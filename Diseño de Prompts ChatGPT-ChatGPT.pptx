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media/image42.jpg" ContentType="image/jpg"/>
  <Override PartName="/ppt/media/image43.jpg" ContentType="image/jpg"/>
  <Override PartName="/ppt/media/image44.jpg" ContentType="image/jpg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4" r:id="rId1"/>
    <p:sldMasterId id="2147483675" r:id="rId2"/>
  </p:sldMasterIdLst>
  <p:notesMasterIdLst>
    <p:notesMasterId r:id="rId15"/>
  </p:notesMasterIdLst>
  <p:sldIdLst>
    <p:sldId id="256" r:id="rId3"/>
    <p:sldId id="258" r:id="rId4"/>
    <p:sldId id="259" r:id="rId5"/>
    <p:sldId id="269" r:id="rId6"/>
    <p:sldId id="261" r:id="rId7"/>
    <p:sldId id="262" r:id="rId8"/>
    <p:sldId id="263" r:id="rId9"/>
    <p:sldId id="267" r:id="rId10"/>
    <p:sldId id="266" r:id="rId11"/>
    <p:sldId id="268" r:id="rId12"/>
    <p:sldId id="264" r:id="rId13"/>
    <p:sldId id="265" r:id="rId14"/>
  </p:sldIdLst>
  <p:sldSz cx="9144000" cy="5143500" type="screen16x9"/>
  <p:notesSz cx="6858000" cy="9144000"/>
  <p:embeddedFontLst>
    <p:embeddedFont>
      <p:font typeface="Balsamiq Sans" panose="020B0604020202020204" charset="0"/>
      <p:regular r:id="rId16"/>
      <p:bold r:id="rId17"/>
      <p:italic r:id="rId18"/>
      <p:boldItalic r:id="rId19"/>
    </p:embeddedFont>
    <p:embeddedFont>
      <p:font typeface="Calibri" panose="020F0502020204030204" pitchFamily="34" charset="0"/>
      <p:regular r:id="rId20"/>
      <p:bold r:id="rId21"/>
      <p:italic r:id="rId22"/>
      <p:boldItalic r:id="rId23"/>
    </p:embeddedFont>
    <p:embeddedFont>
      <p:font typeface="Georgia" panose="02040502050405020303" pitchFamily="18" charset="0"/>
      <p:regular r:id="rId24"/>
      <p:bold r:id="rId25"/>
      <p:italic r:id="rId26"/>
      <p:boldItalic r:id="rId27"/>
    </p:embeddedFont>
    <p:embeddedFont>
      <p:font typeface="Lato Light" panose="020F0502020204030203" pitchFamily="34" charset="0"/>
      <p:regular r:id="rId28"/>
      <p:bold r:id="rId29"/>
      <p:italic r:id="rId30"/>
      <p:boldItalic r:id="rId31"/>
    </p:embeddedFont>
    <p:embeddedFont>
      <p:font typeface="Montserrat" panose="00000500000000000000" pitchFamily="2" charset="0"/>
      <p:regular r:id="rId32"/>
      <p:bold r:id="rId33"/>
      <p:italic r:id="rId34"/>
      <p:boldItalic r:id="rId35"/>
    </p:embeddedFont>
    <p:embeddedFont>
      <p:font typeface="Open Sans Medium" panose="020B0604020202020204" charset="0"/>
      <p:regular r:id="rId36"/>
      <p:bold r:id="rId37"/>
      <p:italic r:id="rId38"/>
      <p:boldItalic r:id="rId39"/>
    </p:embeddedFont>
    <p:embeddedFont>
      <p:font typeface="Poppins" panose="00000500000000000000" pitchFamily="2" charset="0"/>
      <p:regular r:id="rId40"/>
      <p:bold r:id="rId41"/>
      <p:italic r:id="rId42"/>
      <p:boldItalic r:id="rId43"/>
    </p:embeddedFont>
    <p:embeddedFont>
      <p:font typeface="Quicksand Medium" panose="020B0604020202020204" charset="0"/>
      <p:regular r:id="rId44"/>
      <p:bold r:id="rId45"/>
    </p:embeddedFont>
    <p:embeddedFont>
      <p:font typeface="Quicksand SemiBold" panose="020B0604020202020204" charset="0"/>
      <p:regular r:id="rId46"/>
      <p:bold r:id="rId47"/>
    </p:embeddedFont>
    <p:embeddedFont>
      <p:font typeface="Verdana" panose="020B0604030504040204" pitchFamily="34" charset="0"/>
      <p:regular r:id="rId48"/>
      <p:bold r:id="rId49"/>
      <p:italic r:id="rId50"/>
      <p:boldItalic r:id="rId5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3" d="100"/>
          <a:sy n="63" d="100"/>
        </p:scale>
        <p:origin x="1018" y="6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font" Target="fonts/font3.fntdata"/><Relationship Id="rId26" Type="http://schemas.openxmlformats.org/officeDocument/2006/relationships/font" Target="fonts/font11.fntdata"/><Relationship Id="rId39" Type="http://schemas.openxmlformats.org/officeDocument/2006/relationships/font" Target="fonts/font24.fntdata"/><Relationship Id="rId21" Type="http://schemas.openxmlformats.org/officeDocument/2006/relationships/font" Target="fonts/font6.fntdata"/><Relationship Id="rId34" Type="http://schemas.openxmlformats.org/officeDocument/2006/relationships/font" Target="fonts/font19.fntdata"/><Relationship Id="rId42" Type="http://schemas.openxmlformats.org/officeDocument/2006/relationships/font" Target="fonts/font27.fntdata"/><Relationship Id="rId47" Type="http://schemas.openxmlformats.org/officeDocument/2006/relationships/font" Target="fonts/font32.fntdata"/><Relationship Id="rId50" Type="http://schemas.openxmlformats.org/officeDocument/2006/relationships/font" Target="fonts/font35.fntdata"/><Relationship Id="rId55" Type="http://schemas.openxmlformats.org/officeDocument/2006/relationships/tableStyles" Target="tableStyle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font" Target="fonts/font1.fntdata"/><Relationship Id="rId29" Type="http://schemas.openxmlformats.org/officeDocument/2006/relationships/font" Target="fonts/font14.fntdata"/><Relationship Id="rId11" Type="http://schemas.openxmlformats.org/officeDocument/2006/relationships/slide" Target="slides/slide9.xml"/><Relationship Id="rId24" Type="http://schemas.openxmlformats.org/officeDocument/2006/relationships/font" Target="fonts/font9.fntdata"/><Relationship Id="rId32" Type="http://schemas.openxmlformats.org/officeDocument/2006/relationships/font" Target="fonts/font17.fntdata"/><Relationship Id="rId37" Type="http://schemas.openxmlformats.org/officeDocument/2006/relationships/font" Target="fonts/font22.fntdata"/><Relationship Id="rId40" Type="http://schemas.openxmlformats.org/officeDocument/2006/relationships/font" Target="fonts/font25.fntdata"/><Relationship Id="rId45" Type="http://schemas.openxmlformats.org/officeDocument/2006/relationships/font" Target="fonts/font30.fntdata"/><Relationship Id="rId53" Type="http://schemas.openxmlformats.org/officeDocument/2006/relationships/viewProps" Target="viewProps.xml"/><Relationship Id="rId5" Type="http://schemas.openxmlformats.org/officeDocument/2006/relationships/slide" Target="slides/slide3.xml"/><Relationship Id="rId10" Type="http://schemas.openxmlformats.org/officeDocument/2006/relationships/slide" Target="slides/slide8.xml"/><Relationship Id="rId19" Type="http://schemas.openxmlformats.org/officeDocument/2006/relationships/font" Target="fonts/font4.fntdata"/><Relationship Id="rId31" Type="http://schemas.openxmlformats.org/officeDocument/2006/relationships/font" Target="fonts/font16.fntdata"/><Relationship Id="rId44" Type="http://schemas.openxmlformats.org/officeDocument/2006/relationships/font" Target="fonts/font29.fntdata"/><Relationship Id="rId52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font" Target="fonts/font7.fntdata"/><Relationship Id="rId27" Type="http://schemas.openxmlformats.org/officeDocument/2006/relationships/font" Target="fonts/font12.fntdata"/><Relationship Id="rId30" Type="http://schemas.openxmlformats.org/officeDocument/2006/relationships/font" Target="fonts/font15.fntdata"/><Relationship Id="rId35" Type="http://schemas.openxmlformats.org/officeDocument/2006/relationships/font" Target="fonts/font20.fntdata"/><Relationship Id="rId43" Type="http://schemas.openxmlformats.org/officeDocument/2006/relationships/font" Target="fonts/font28.fntdata"/><Relationship Id="rId48" Type="http://schemas.openxmlformats.org/officeDocument/2006/relationships/font" Target="fonts/font33.fntdata"/><Relationship Id="rId8" Type="http://schemas.openxmlformats.org/officeDocument/2006/relationships/slide" Target="slides/slide6.xml"/><Relationship Id="rId51" Type="http://schemas.openxmlformats.org/officeDocument/2006/relationships/font" Target="fonts/font36.fntdata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font" Target="fonts/font2.fntdata"/><Relationship Id="rId25" Type="http://schemas.openxmlformats.org/officeDocument/2006/relationships/font" Target="fonts/font10.fntdata"/><Relationship Id="rId33" Type="http://schemas.openxmlformats.org/officeDocument/2006/relationships/font" Target="fonts/font18.fntdata"/><Relationship Id="rId38" Type="http://schemas.openxmlformats.org/officeDocument/2006/relationships/font" Target="fonts/font23.fntdata"/><Relationship Id="rId46" Type="http://schemas.openxmlformats.org/officeDocument/2006/relationships/font" Target="fonts/font31.fntdata"/><Relationship Id="rId20" Type="http://schemas.openxmlformats.org/officeDocument/2006/relationships/font" Target="fonts/font5.fntdata"/><Relationship Id="rId41" Type="http://schemas.openxmlformats.org/officeDocument/2006/relationships/font" Target="fonts/font26.fntdata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28" Type="http://schemas.openxmlformats.org/officeDocument/2006/relationships/font" Target="fonts/font13.fntdata"/><Relationship Id="rId36" Type="http://schemas.openxmlformats.org/officeDocument/2006/relationships/font" Target="fonts/font21.fntdata"/><Relationship Id="rId49" Type="http://schemas.openxmlformats.org/officeDocument/2006/relationships/font" Target="fonts/font3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SLIDES_API5113978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1" name="Google Shape;341;SLIDES_API5113978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SLIDES_API51139781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6" name="Google Shape;356;SLIDES_API51139781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SLIDES_API51139781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3" name="Google Shape;363;SLIDES_API51139781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SLIDES_API51139781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2" name="Google Shape;372;SLIDES_API51139781_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214185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SLIDES_API51139781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9" name="Google Shape;379;SLIDES_API51139781_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SLIDES_API51139781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7" name="Google Shape;387;SLIDES_API51139781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SLIDES_API51139781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4" name="Google Shape;394;SLIDES_API51139781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SLIDES_API51139781_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3" name="Google Shape;403;SLIDES_API51139781_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SLIDES_API51139781_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0" name="Google Shape;410;SLIDES_API51139781_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27.png"/><Relationship Id="rId7" Type="http://schemas.openxmlformats.org/officeDocument/2006/relationships/image" Target="../media/image7.png"/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6.png"/><Relationship Id="rId11" Type="http://schemas.openxmlformats.org/officeDocument/2006/relationships/image" Target="../media/image25.png"/><Relationship Id="rId5" Type="http://schemas.openxmlformats.org/officeDocument/2006/relationships/image" Target="../media/image4.png"/><Relationship Id="rId10" Type="http://schemas.openxmlformats.org/officeDocument/2006/relationships/image" Target="../media/image24.png"/><Relationship Id="rId4" Type="http://schemas.openxmlformats.org/officeDocument/2006/relationships/image" Target="../media/image28.png"/><Relationship Id="rId9" Type="http://schemas.openxmlformats.org/officeDocument/2006/relationships/image" Target="../media/image29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30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29.png"/><Relationship Id="rId5" Type="http://schemas.openxmlformats.org/officeDocument/2006/relationships/image" Target="../media/image9.png"/><Relationship Id="rId4" Type="http://schemas.openxmlformats.org/officeDocument/2006/relationships/image" Target="../media/image28.png"/></Relationships>
</file>

<file path=ppt/slideLayouts/_rels/slideLayout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7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12" Type="http://schemas.openxmlformats.org/officeDocument/2006/relationships/image" Target="../media/image26.png"/><Relationship Id="rId2" Type="http://schemas.openxmlformats.org/officeDocument/2006/relationships/image" Target="../media/image2.png"/><Relationship Id="rId16" Type="http://schemas.openxmlformats.org/officeDocument/2006/relationships/image" Target="../media/image30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5" Type="http://schemas.openxmlformats.org/officeDocument/2006/relationships/image" Target="../media/image25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Relationship Id="rId14" Type="http://schemas.openxmlformats.org/officeDocument/2006/relationships/image" Target="../media/image24.png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1.png"/><Relationship Id="rId18" Type="http://schemas.openxmlformats.org/officeDocument/2006/relationships/image" Target="../media/image9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19.png"/><Relationship Id="rId17" Type="http://schemas.openxmlformats.org/officeDocument/2006/relationships/image" Target="../media/image8.png"/><Relationship Id="rId2" Type="http://schemas.openxmlformats.org/officeDocument/2006/relationships/image" Target="../media/image2.png"/><Relationship Id="rId16" Type="http://schemas.openxmlformats.org/officeDocument/2006/relationships/image" Target="../media/image7.png"/><Relationship Id="rId20" Type="http://schemas.openxmlformats.org/officeDocument/2006/relationships/image" Target="../media/image29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3.pn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5" Type="http://schemas.openxmlformats.org/officeDocument/2006/relationships/image" Target="../media/image6.png"/><Relationship Id="rId10" Type="http://schemas.openxmlformats.org/officeDocument/2006/relationships/image" Target="../media/image17.png"/><Relationship Id="rId19" Type="http://schemas.openxmlformats.org/officeDocument/2006/relationships/image" Target="../media/image28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Relationship Id="rId14" Type="http://schemas.openxmlformats.org/officeDocument/2006/relationships/image" Target="../media/image5.png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1.png"/></Relationships>
</file>

<file path=ppt/slideLayouts/_rels/slideLayout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4.png"/><Relationship Id="rId7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9.png"/><Relationship Id="rId18" Type="http://schemas.openxmlformats.org/officeDocument/2006/relationships/image" Target="../media/image35.png"/><Relationship Id="rId3" Type="http://schemas.openxmlformats.org/officeDocument/2006/relationships/image" Target="../media/image21.pn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17" Type="http://schemas.openxmlformats.org/officeDocument/2006/relationships/image" Target="../media/image30.png"/><Relationship Id="rId2" Type="http://schemas.openxmlformats.org/officeDocument/2006/relationships/image" Target="../media/image31.png"/><Relationship Id="rId16" Type="http://schemas.openxmlformats.org/officeDocument/2006/relationships/image" Target="../media/image25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2.png"/><Relationship Id="rId15" Type="http://schemas.openxmlformats.org/officeDocument/2006/relationships/image" Target="../media/image24.png"/><Relationship Id="rId10" Type="http://schemas.openxmlformats.org/officeDocument/2006/relationships/image" Target="../media/image14.png"/><Relationship Id="rId4" Type="http://schemas.openxmlformats.org/officeDocument/2006/relationships/image" Target="../media/image27.png"/><Relationship Id="rId9" Type="http://schemas.openxmlformats.org/officeDocument/2006/relationships/image" Target="../media/image13.png"/><Relationship Id="rId14" Type="http://schemas.openxmlformats.org/officeDocument/2006/relationships/image" Target="../media/image29.png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A_Introduction_Slide_1">
  <p:cSld name="TITLE_2">
    <p:bg>
      <p:bgPr>
        <a:solidFill>
          <a:schemeClr val="dk1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 txBox="1">
            <a:spLocks noGrp="1"/>
          </p:cNvSpPr>
          <p:nvPr>
            <p:ph type="title"/>
          </p:nvPr>
        </p:nvSpPr>
        <p:spPr>
          <a:xfrm>
            <a:off x="732150" y="1432763"/>
            <a:ext cx="7679700" cy="726900"/>
          </a:xfrm>
          <a:prstGeom prst="rect">
            <a:avLst/>
          </a:prstGeom>
        </p:spPr>
        <p:txBody>
          <a:bodyPr spcFirstLastPara="1" wrap="square" lIns="34275" tIns="34275" rIns="34275" bIns="3427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200"/>
              <a:buNone/>
              <a:defRPr sz="32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00"/>
              <a:buNone/>
              <a:defRPr>
                <a:solidFill>
                  <a:schemeClr val="lt2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00"/>
              <a:buNone/>
              <a:defRPr>
                <a:solidFill>
                  <a:schemeClr val="lt2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00"/>
              <a:buNone/>
              <a:defRPr>
                <a:solidFill>
                  <a:schemeClr val="lt2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00"/>
              <a:buNone/>
              <a:defRPr>
                <a:solidFill>
                  <a:schemeClr val="lt2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00"/>
              <a:buNone/>
              <a:defRPr>
                <a:solidFill>
                  <a:schemeClr val="lt2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00"/>
              <a:buNone/>
              <a:defRPr>
                <a:solidFill>
                  <a:schemeClr val="lt2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00"/>
              <a:buNone/>
              <a:defRPr>
                <a:solidFill>
                  <a:schemeClr val="lt2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00"/>
              <a:buNone/>
              <a:defRPr>
                <a:solidFill>
                  <a:schemeClr val="lt2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5" name="Google Shape;55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6" name="Google Shape;56;p14"/>
          <p:cNvSpPr txBox="1">
            <a:spLocks noGrp="1"/>
          </p:cNvSpPr>
          <p:nvPr>
            <p:ph type="body" idx="1"/>
          </p:nvPr>
        </p:nvSpPr>
        <p:spPr>
          <a:xfrm>
            <a:off x="732150" y="2229500"/>
            <a:ext cx="7679700" cy="195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 sz="1300">
                <a:solidFill>
                  <a:schemeClr val="lt1"/>
                </a:solidFill>
              </a:defRPr>
            </a:lvl1pPr>
            <a:lvl2pPr marL="914400" lvl="1" indent="-3111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○"/>
              <a:defRPr sz="1300">
                <a:solidFill>
                  <a:schemeClr val="lt1"/>
                </a:solidFill>
              </a:defRPr>
            </a:lvl2pPr>
            <a:lvl3pPr marL="1371600" lvl="2" indent="-3111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■"/>
              <a:defRPr sz="1300">
                <a:solidFill>
                  <a:schemeClr val="lt1"/>
                </a:solidFill>
              </a:defRPr>
            </a:lvl3pPr>
            <a:lvl4pPr marL="1828800" lvl="3" indent="-3111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 sz="1300">
                <a:solidFill>
                  <a:schemeClr val="lt1"/>
                </a:solidFill>
              </a:defRPr>
            </a:lvl4pPr>
            <a:lvl5pPr marL="2286000" lvl="4" indent="-3111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○"/>
              <a:defRPr sz="1300">
                <a:solidFill>
                  <a:schemeClr val="lt1"/>
                </a:solidFill>
              </a:defRPr>
            </a:lvl5pPr>
            <a:lvl6pPr marL="2743200" lvl="5" indent="-3111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■"/>
              <a:defRPr sz="1300">
                <a:solidFill>
                  <a:schemeClr val="lt1"/>
                </a:solidFill>
              </a:defRPr>
            </a:lvl6pPr>
            <a:lvl7pPr marL="3200400" lvl="6" indent="-3111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 sz="1300">
                <a:solidFill>
                  <a:schemeClr val="lt1"/>
                </a:solidFill>
              </a:defRPr>
            </a:lvl7pPr>
            <a:lvl8pPr marL="3657600" lvl="7" indent="-3111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○"/>
              <a:defRPr sz="1300">
                <a:solidFill>
                  <a:schemeClr val="lt1"/>
                </a:solidFill>
              </a:defRPr>
            </a:lvl8pPr>
            <a:lvl9pPr marL="4114800" lvl="8" indent="-3111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■"/>
              <a:defRPr sz="13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pic>
        <p:nvPicPr>
          <p:cNvPr id="57" name="Google Shape;57;p14" descr=" 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00025" y="4019550"/>
            <a:ext cx="938213" cy="1123811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14" descr=" 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19179" y="1033118"/>
            <a:ext cx="227910" cy="232497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14"/>
          <p:cNvSpPr/>
          <p:nvPr/>
        </p:nvSpPr>
        <p:spPr>
          <a:xfrm>
            <a:off x="438150" y="3100388"/>
            <a:ext cx="133200" cy="133500"/>
          </a:xfrm>
          <a:prstGeom prst="ellipse">
            <a:avLst/>
          </a:prstGeom>
          <a:noFill/>
          <a:ln w="50800" cap="flat" cmpd="sng">
            <a:solidFill>
              <a:srgbClr val="FE6E0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60;p14"/>
          <p:cNvSpPr/>
          <p:nvPr/>
        </p:nvSpPr>
        <p:spPr>
          <a:xfrm>
            <a:off x="452439" y="2071688"/>
            <a:ext cx="66600" cy="66600"/>
          </a:xfrm>
          <a:prstGeom prst="ellipse">
            <a:avLst/>
          </a:prstGeom>
          <a:noFill/>
          <a:ln w="50800" cap="flat" cmpd="sng">
            <a:solidFill>
              <a:srgbClr val="FF8B7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" name="Google Shape;61;p14"/>
          <p:cNvSpPr/>
          <p:nvPr/>
        </p:nvSpPr>
        <p:spPr>
          <a:xfrm>
            <a:off x="1562102" y="228600"/>
            <a:ext cx="133200" cy="133500"/>
          </a:xfrm>
          <a:prstGeom prst="ellipse">
            <a:avLst/>
          </a:prstGeom>
          <a:noFill/>
          <a:ln w="508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2" name="Google Shape;62;p14" descr=" 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140960" y="2030555"/>
            <a:ext cx="1003049" cy="488477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14" descr=" 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279442" y="3351447"/>
            <a:ext cx="186342" cy="156315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4"/>
          <p:cNvSpPr/>
          <p:nvPr/>
        </p:nvSpPr>
        <p:spPr>
          <a:xfrm>
            <a:off x="8729671" y="228600"/>
            <a:ext cx="133200" cy="133500"/>
          </a:xfrm>
          <a:prstGeom prst="ellipse">
            <a:avLst/>
          </a:prstGeom>
          <a:noFill/>
          <a:ln w="508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p14"/>
          <p:cNvSpPr/>
          <p:nvPr/>
        </p:nvSpPr>
        <p:spPr>
          <a:xfrm>
            <a:off x="8201033" y="4024313"/>
            <a:ext cx="133200" cy="133500"/>
          </a:xfrm>
          <a:prstGeom prst="ellipse">
            <a:avLst/>
          </a:prstGeom>
          <a:noFill/>
          <a:ln w="508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6" name="Google Shape;66;p14" descr=" 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508203" y="4354292"/>
            <a:ext cx="117804" cy="93883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4"/>
          <p:cNvSpPr/>
          <p:nvPr/>
        </p:nvSpPr>
        <p:spPr>
          <a:xfrm>
            <a:off x="2847978" y="4824413"/>
            <a:ext cx="76200" cy="76200"/>
          </a:xfrm>
          <a:prstGeom prst="ellipse">
            <a:avLst/>
          </a:prstGeom>
          <a:noFill/>
          <a:ln w="50800" cap="flat" cmpd="sng">
            <a:solidFill>
              <a:srgbClr val="FDB20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8" name="Google Shape;68;p14" descr=" 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119818" y="4248150"/>
            <a:ext cx="9525" cy="119048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14" descr=" 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053143" y="4304109"/>
            <a:ext cx="126206" cy="9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4" descr=" 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082314" y="4265340"/>
            <a:ext cx="76200" cy="76191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71;p14" descr=" 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067431" y="4276725"/>
            <a:ext cx="110575" cy="67857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14" descr=" 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7148512" y="1133466"/>
            <a:ext cx="151216" cy="300103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4" descr=" 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3916616" y="873342"/>
            <a:ext cx="183322" cy="163263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4"/>
          <p:cNvSpPr/>
          <p:nvPr/>
        </p:nvSpPr>
        <p:spPr>
          <a:xfrm>
            <a:off x="4976817" y="1023938"/>
            <a:ext cx="66600" cy="66600"/>
          </a:xfrm>
          <a:prstGeom prst="ellipse">
            <a:avLst/>
          </a:prstGeom>
          <a:noFill/>
          <a:ln w="50800" cap="flat" cmpd="sng">
            <a:solidFill>
              <a:srgbClr val="FF8B7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5" name="Google Shape;75;p14" descr=" 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2814640" y="942975"/>
            <a:ext cx="9525" cy="119048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14" descr=" 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2747965" y="998934"/>
            <a:ext cx="126206" cy="9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4" descr=" 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2777135" y="960165"/>
            <a:ext cx="76200" cy="76191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14" descr=" 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2762253" y="971550"/>
            <a:ext cx="110575" cy="67857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4" descr=" "/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6353181" y="180975"/>
            <a:ext cx="9525" cy="119048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14" descr=" "/>
          <p:cNvPicPr preferRelativeResize="0"/>
          <p:nvPr/>
        </p:nvPicPr>
        <p:blipFill rotWithShape="1">
          <a:blip r:embed="rId18">
            <a:alphaModFix/>
          </a:blip>
          <a:srcRect/>
          <a:stretch/>
        </p:blipFill>
        <p:spPr>
          <a:xfrm>
            <a:off x="6286506" y="236934"/>
            <a:ext cx="126206" cy="9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14" descr=" "/>
          <p:cNvPicPr preferRelativeResize="0"/>
          <p:nvPr/>
        </p:nvPicPr>
        <p:blipFill rotWithShape="1">
          <a:blip r:embed="rId19">
            <a:alphaModFix/>
          </a:blip>
          <a:srcRect/>
          <a:stretch/>
        </p:blipFill>
        <p:spPr>
          <a:xfrm>
            <a:off x="6315676" y="198165"/>
            <a:ext cx="76200" cy="76191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14" descr=" "/>
          <p:cNvPicPr preferRelativeResize="0"/>
          <p:nvPr/>
        </p:nvPicPr>
        <p:blipFill rotWithShape="1">
          <a:blip r:embed="rId20">
            <a:alphaModFix/>
          </a:blip>
          <a:srcRect/>
          <a:stretch/>
        </p:blipFill>
        <p:spPr>
          <a:xfrm>
            <a:off x="6300793" y="209550"/>
            <a:ext cx="110575" cy="678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E46962"/>
          </p15:clr>
        </p15:guide>
        <p15:guide id="2" pos="2880">
          <p15:clr>
            <a:srgbClr val="E46962"/>
          </p15:clr>
        </p15:guide>
        <p15:guide id="3" pos="398">
          <p15:clr>
            <a:srgbClr val="E46962"/>
          </p15:clr>
        </p15:guide>
        <p15:guide id="4" orient="horz" pos="628">
          <p15:clr>
            <a:srgbClr val="E46962"/>
          </p15:clr>
        </p15:guide>
        <p15:guide id="5" pos="5362">
          <p15:clr>
            <a:srgbClr val="E46962"/>
          </p15:clr>
        </p15:guide>
        <p15:guide id="6" pos="458">
          <p15:clr>
            <a:srgbClr val="E46962"/>
          </p15:clr>
        </p15:guide>
        <p15:guide id="7" orient="horz" pos="1082">
          <p15:clr>
            <a:srgbClr val="E46962"/>
          </p15:clr>
        </p15:guide>
        <p15:guide id="8" orient="horz" pos="903">
          <p15:clr>
            <a:srgbClr val="E46962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oints 2_1">
  <p:cSld name="TITLE_1_1_2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5"/>
          <p:cNvSpPr/>
          <p:nvPr/>
        </p:nvSpPr>
        <p:spPr>
          <a:xfrm>
            <a:off x="113725" y="123775"/>
            <a:ext cx="3273000" cy="4980900"/>
          </a:xfrm>
          <a:prstGeom prst="roundRect">
            <a:avLst>
              <a:gd name="adj" fmla="val 9123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Quicksand Medium"/>
              <a:ea typeface="Quicksand Medium"/>
              <a:cs typeface="Quicksand Medium"/>
              <a:sym typeface="Quicksand Medium"/>
            </a:endParaRPr>
          </a:p>
        </p:txBody>
      </p:sp>
      <p:pic>
        <p:nvPicPr>
          <p:cNvPr id="85" name="Google Shape;85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206925" y="-1408225"/>
            <a:ext cx="2471494" cy="2650874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7" name="Google Shape;87;p15"/>
          <p:cNvSpPr>
            <a:spLocks noGrp="1"/>
          </p:cNvSpPr>
          <p:nvPr>
            <p:ph type="pic" idx="2"/>
          </p:nvPr>
        </p:nvSpPr>
        <p:spPr>
          <a:xfrm>
            <a:off x="113725" y="119400"/>
            <a:ext cx="3273000" cy="4904700"/>
          </a:xfrm>
          <a:prstGeom prst="roundRect">
            <a:avLst>
              <a:gd name="adj" fmla="val 7529"/>
            </a:avLst>
          </a:prstGeom>
          <a:noFill/>
          <a:ln>
            <a:noFill/>
          </a:ln>
        </p:spPr>
      </p:sp>
      <p:sp>
        <p:nvSpPr>
          <p:cNvPr id="88" name="Google Shape;88;p15"/>
          <p:cNvSpPr txBox="1">
            <a:spLocks noGrp="1"/>
          </p:cNvSpPr>
          <p:nvPr>
            <p:ph type="title"/>
          </p:nvPr>
        </p:nvSpPr>
        <p:spPr>
          <a:xfrm>
            <a:off x="4135200" y="650250"/>
            <a:ext cx="4270500" cy="726900"/>
          </a:xfrm>
          <a:prstGeom prst="rect">
            <a:avLst/>
          </a:prstGeom>
        </p:spPr>
        <p:txBody>
          <a:bodyPr spcFirstLastPara="1" wrap="square" lIns="34275" tIns="34275" rIns="34275" bIns="3427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Font typeface="Balsamiq Sans"/>
              <a:buNone/>
              <a:defRPr sz="2400">
                <a:latin typeface="Balsamiq Sans"/>
                <a:ea typeface="Balsamiq Sans"/>
                <a:cs typeface="Balsamiq Sans"/>
                <a:sym typeface="Balsamiq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Font typeface="Balsamiq Sans"/>
              <a:buNone/>
              <a:defRPr sz="2400">
                <a:latin typeface="Balsamiq Sans"/>
                <a:ea typeface="Balsamiq Sans"/>
                <a:cs typeface="Balsamiq Sans"/>
                <a:sym typeface="Balsamiq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Font typeface="Balsamiq Sans"/>
              <a:buNone/>
              <a:defRPr sz="2400">
                <a:latin typeface="Balsamiq Sans"/>
                <a:ea typeface="Balsamiq Sans"/>
                <a:cs typeface="Balsamiq Sans"/>
                <a:sym typeface="Balsamiq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Font typeface="Balsamiq Sans"/>
              <a:buNone/>
              <a:defRPr sz="2400">
                <a:latin typeface="Balsamiq Sans"/>
                <a:ea typeface="Balsamiq Sans"/>
                <a:cs typeface="Balsamiq Sans"/>
                <a:sym typeface="Balsamiq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Font typeface="Balsamiq Sans"/>
              <a:buNone/>
              <a:defRPr sz="2400">
                <a:latin typeface="Balsamiq Sans"/>
                <a:ea typeface="Balsamiq Sans"/>
                <a:cs typeface="Balsamiq Sans"/>
                <a:sym typeface="Balsamiq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Font typeface="Balsamiq Sans"/>
              <a:buNone/>
              <a:defRPr sz="2400">
                <a:latin typeface="Balsamiq Sans"/>
                <a:ea typeface="Balsamiq Sans"/>
                <a:cs typeface="Balsamiq Sans"/>
                <a:sym typeface="Balsamiq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Font typeface="Balsamiq Sans"/>
              <a:buNone/>
              <a:defRPr sz="2400">
                <a:latin typeface="Balsamiq Sans"/>
                <a:ea typeface="Balsamiq Sans"/>
                <a:cs typeface="Balsamiq Sans"/>
                <a:sym typeface="Balsamiq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Font typeface="Balsamiq Sans"/>
              <a:buNone/>
              <a:defRPr sz="2400">
                <a:latin typeface="Balsamiq Sans"/>
                <a:ea typeface="Balsamiq Sans"/>
                <a:cs typeface="Balsamiq Sans"/>
                <a:sym typeface="Balsamiq Sans"/>
              </a:defRPr>
            </a:lvl9pPr>
          </a:lstStyle>
          <a:p>
            <a:endParaRPr/>
          </a:p>
        </p:txBody>
      </p:sp>
      <p:sp>
        <p:nvSpPr>
          <p:cNvPr id="89" name="Google Shape;89;p15"/>
          <p:cNvSpPr txBox="1">
            <a:spLocks noGrp="1"/>
          </p:cNvSpPr>
          <p:nvPr>
            <p:ph type="subTitle" idx="1"/>
          </p:nvPr>
        </p:nvSpPr>
        <p:spPr>
          <a:xfrm>
            <a:off x="4678425" y="1687125"/>
            <a:ext cx="3727200" cy="93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r">
              <a:spcBef>
                <a:spcPts val="0"/>
              </a:spcBef>
              <a:spcAft>
                <a:spcPts val="0"/>
              </a:spcAft>
              <a:buSzPts val="1100"/>
              <a:buFont typeface="Quicksand SemiBold"/>
              <a:buNone/>
              <a:defRPr sz="1100">
                <a:latin typeface="Quicksand SemiBold"/>
                <a:ea typeface="Quicksand SemiBold"/>
                <a:cs typeface="Quicksand SemiBold"/>
                <a:sym typeface="Quicksand SemiBold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SzPts val="1100"/>
              <a:buFont typeface="Quicksand SemiBold"/>
              <a:buNone/>
              <a:defRPr sz="1100">
                <a:latin typeface="Quicksand SemiBold"/>
                <a:ea typeface="Quicksand SemiBold"/>
                <a:cs typeface="Quicksand SemiBold"/>
                <a:sym typeface="Quicksand SemiBold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SzPts val="1100"/>
              <a:buFont typeface="Quicksand SemiBold"/>
              <a:buNone/>
              <a:defRPr sz="1100">
                <a:latin typeface="Quicksand SemiBold"/>
                <a:ea typeface="Quicksand SemiBold"/>
                <a:cs typeface="Quicksand SemiBold"/>
                <a:sym typeface="Quicksand SemiBold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SzPts val="1100"/>
              <a:buFont typeface="Quicksand SemiBold"/>
              <a:buNone/>
              <a:defRPr sz="1100">
                <a:latin typeface="Quicksand SemiBold"/>
                <a:ea typeface="Quicksand SemiBold"/>
                <a:cs typeface="Quicksand SemiBold"/>
                <a:sym typeface="Quicksand SemiBold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SzPts val="1100"/>
              <a:buFont typeface="Quicksand SemiBold"/>
              <a:buNone/>
              <a:defRPr sz="1100">
                <a:latin typeface="Quicksand SemiBold"/>
                <a:ea typeface="Quicksand SemiBold"/>
                <a:cs typeface="Quicksand SemiBold"/>
                <a:sym typeface="Quicksand SemiBold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SzPts val="1100"/>
              <a:buFont typeface="Quicksand SemiBold"/>
              <a:buNone/>
              <a:defRPr sz="1100">
                <a:latin typeface="Quicksand SemiBold"/>
                <a:ea typeface="Quicksand SemiBold"/>
                <a:cs typeface="Quicksand SemiBold"/>
                <a:sym typeface="Quicksand SemiBold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SzPts val="1100"/>
              <a:buFont typeface="Quicksand SemiBold"/>
              <a:buNone/>
              <a:defRPr sz="1100">
                <a:latin typeface="Quicksand SemiBold"/>
                <a:ea typeface="Quicksand SemiBold"/>
                <a:cs typeface="Quicksand SemiBold"/>
                <a:sym typeface="Quicksand SemiBold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SzPts val="1100"/>
              <a:buFont typeface="Quicksand SemiBold"/>
              <a:buNone/>
              <a:defRPr sz="1100">
                <a:latin typeface="Quicksand SemiBold"/>
                <a:ea typeface="Quicksand SemiBold"/>
                <a:cs typeface="Quicksand SemiBold"/>
                <a:sym typeface="Quicksand SemiBold"/>
              </a:defRPr>
            </a:lvl9pPr>
          </a:lstStyle>
          <a:p>
            <a:endParaRPr/>
          </a:p>
        </p:txBody>
      </p:sp>
      <p:sp>
        <p:nvSpPr>
          <p:cNvPr id="90" name="Google Shape;90;p15"/>
          <p:cNvSpPr txBox="1">
            <a:spLocks noGrp="1"/>
          </p:cNvSpPr>
          <p:nvPr>
            <p:ph type="subTitle" idx="3"/>
          </p:nvPr>
        </p:nvSpPr>
        <p:spPr>
          <a:xfrm>
            <a:off x="4678425" y="2726325"/>
            <a:ext cx="3727200" cy="93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r">
              <a:spcBef>
                <a:spcPts val="0"/>
              </a:spcBef>
              <a:spcAft>
                <a:spcPts val="0"/>
              </a:spcAft>
              <a:buSzPts val="1100"/>
              <a:buFont typeface="Quicksand SemiBold"/>
              <a:buNone/>
              <a:defRPr sz="1100">
                <a:latin typeface="Quicksand SemiBold"/>
                <a:ea typeface="Quicksand SemiBold"/>
                <a:cs typeface="Quicksand SemiBold"/>
                <a:sym typeface="Quicksand SemiBold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SzPts val="1100"/>
              <a:buFont typeface="Quicksand SemiBold"/>
              <a:buNone/>
              <a:defRPr sz="1100">
                <a:latin typeface="Quicksand SemiBold"/>
                <a:ea typeface="Quicksand SemiBold"/>
                <a:cs typeface="Quicksand SemiBold"/>
                <a:sym typeface="Quicksand SemiBold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SzPts val="1100"/>
              <a:buFont typeface="Quicksand SemiBold"/>
              <a:buNone/>
              <a:defRPr sz="1100">
                <a:latin typeface="Quicksand SemiBold"/>
                <a:ea typeface="Quicksand SemiBold"/>
                <a:cs typeface="Quicksand SemiBold"/>
                <a:sym typeface="Quicksand SemiBold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SzPts val="1100"/>
              <a:buFont typeface="Quicksand SemiBold"/>
              <a:buNone/>
              <a:defRPr sz="1100">
                <a:latin typeface="Quicksand SemiBold"/>
                <a:ea typeface="Quicksand SemiBold"/>
                <a:cs typeface="Quicksand SemiBold"/>
                <a:sym typeface="Quicksand SemiBold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SzPts val="1100"/>
              <a:buFont typeface="Quicksand SemiBold"/>
              <a:buNone/>
              <a:defRPr sz="1100">
                <a:latin typeface="Quicksand SemiBold"/>
                <a:ea typeface="Quicksand SemiBold"/>
                <a:cs typeface="Quicksand SemiBold"/>
                <a:sym typeface="Quicksand SemiBold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SzPts val="1100"/>
              <a:buFont typeface="Quicksand SemiBold"/>
              <a:buNone/>
              <a:defRPr sz="1100">
                <a:latin typeface="Quicksand SemiBold"/>
                <a:ea typeface="Quicksand SemiBold"/>
                <a:cs typeface="Quicksand SemiBold"/>
                <a:sym typeface="Quicksand SemiBold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SzPts val="1100"/>
              <a:buFont typeface="Quicksand SemiBold"/>
              <a:buNone/>
              <a:defRPr sz="1100">
                <a:latin typeface="Quicksand SemiBold"/>
                <a:ea typeface="Quicksand SemiBold"/>
                <a:cs typeface="Quicksand SemiBold"/>
                <a:sym typeface="Quicksand SemiBold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SzPts val="1100"/>
              <a:buFont typeface="Quicksand SemiBold"/>
              <a:buNone/>
              <a:defRPr sz="1100">
                <a:latin typeface="Quicksand SemiBold"/>
                <a:ea typeface="Quicksand SemiBold"/>
                <a:cs typeface="Quicksand SemiBold"/>
                <a:sym typeface="Quicksand SemiBold"/>
              </a:defRPr>
            </a:lvl9pPr>
          </a:lstStyle>
          <a:p>
            <a:endParaRPr/>
          </a:p>
        </p:txBody>
      </p:sp>
      <p:pic>
        <p:nvPicPr>
          <p:cNvPr id="91" name="Google Shape;9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54950" y="3843499"/>
            <a:ext cx="2332475" cy="2399244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5"/>
          <p:cNvSpPr/>
          <p:nvPr/>
        </p:nvSpPr>
        <p:spPr>
          <a:xfrm>
            <a:off x="8887946" y="3531625"/>
            <a:ext cx="133200" cy="133200"/>
          </a:xfrm>
          <a:prstGeom prst="ellipse">
            <a:avLst/>
          </a:prstGeom>
          <a:noFill/>
          <a:ln w="50800" cap="flat" cmpd="sng">
            <a:solidFill>
              <a:srgbClr val="2DAD7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3" name="Google Shape;93;p15" descr=" 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738140" y="4657705"/>
            <a:ext cx="227909" cy="232468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5"/>
          <p:cNvSpPr/>
          <p:nvPr/>
        </p:nvSpPr>
        <p:spPr>
          <a:xfrm>
            <a:off x="3617078" y="4277313"/>
            <a:ext cx="133200" cy="133200"/>
          </a:xfrm>
          <a:prstGeom prst="ellipse">
            <a:avLst/>
          </a:prstGeom>
          <a:noFill/>
          <a:ln w="50800" cap="flat" cmpd="sng">
            <a:solidFill>
              <a:srgbClr val="FE6E0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5" name="Google Shape;95;p15" descr=" 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268694" y="3526863"/>
            <a:ext cx="110575" cy="6785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6" name="Google Shape;96;p15"/>
          <p:cNvGrpSpPr/>
          <p:nvPr/>
        </p:nvGrpSpPr>
        <p:grpSpPr>
          <a:xfrm>
            <a:off x="4135201" y="1687113"/>
            <a:ext cx="487389" cy="442988"/>
            <a:chOff x="1328739" y="2128838"/>
            <a:chExt cx="487389" cy="442988"/>
          </a:xfrm>
        </p:grpSpPr>
        <p:pic>
          <p:nvPicPr>
            <p:cNvPr id="97" name="Google Shape;97;p15" descr=" 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1328739" y="2128838"/>
              <a:ext cx="487389" cy="42857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8" name="Google Shape;98;p15"/>
            <p:cNvSpPr/>
            <p:nvPr/>
          </p:nvSpPr>
          <p:spPr>
            <a:xfrm>
              <a:off x="1404939" y="2219325"/>
              <a:ext cx="328500" cy="35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Balsamiq Sans"/>
                <a:buNone/>
              </a:pPr>
              <a:r>
                <a:rPr lang="en" sz="1800" b="1" i="0" u="none" strike="noStrike" cap="none">
                  <a:solidFill>
                    <a:srgbClr val="FFFFFF"/>
                  </a:solidFill>
                  <a:latin typeface="Balsamiq Sans"/>
                  <a:ea typeface="Balsamiq Sans"/>
                  <a:cs typeface="Balsamiq Sans"/>
                  <a:sym typeface="Balsamiq Sans"/>
                </a:rPr>
                <a:t>01</a:t>
              </a: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9" name="Google Shape;99;p15"/>
          <p:cNvGrpSpPr/>
          <p:nvPr/>
        </p:nvGrpSpPr>
        <p:grpSpPr>
          <a:xfrm>
            <a:off x="4135192" y="2714788"/>
            <a:ext cx="438518" cy="442988"/>
            <a:chOff x="4343404" y="2128838"/>
            <a:chExt cx="438518" cy="442988"/>
          </a:xfrm>
        </p:grpSpPr>
        <p:pic>
          <p:nvPicPr>
            <p:cNvPr id="100" name="Google Shape;100;p15" descr=" 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4343404" y="2128838"/>
              <a:ext cx="438518" cy="42857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1" name="Google Shape;101;p15"/>
            <p:cNvSpPr/>
            <p:nvPr/>
          </p:nvSpPr>
          <p:spPr>
            <a:xfrm>
              <a:off x="4376742" y="2219325"/>
              <a:ext cx="366600" cy="35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Balsamiq Sans"/>
                <a:buNone/>
              </a:pPr>
              <a:r>
                <a:rPr lang="en" sz="1800" b="1" i="0" u="none" strike="noStrike" cap="none">
                  <a:solidFill>
                    <a:srgbClr val="FFFFFF"/>
                  </a:solidFill>
                  <a:latin typeface="Balsamiq Sans"/>
                  <a:ea typeface="Balsamiq Sans"/>
                  <a:cs typeface="Balsamiq Sans"/>
                  <a:sym typeface="Balsamiq Sans"/>
                </a:rPr>
                <a:t>02</a:t>
              </a: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E46962"/>
          </p15:clr>
        </p15:guide>
        <p15:guide id="2" pos="2664">
          <p15:clr>
            <a:srgbClr val="E46962"/>
          </p15:clr>
        </p15:guide>
        <p15:guide id="3" pos="405">
          <p15:clr>
            <a:srgbClr val="E46962"/>
          </p15:clr>
        </p15:guide>
        <p15:guide id="4" pos="5328">
          <p15:clr>
            <a:srgbClr val="E46962"/>
          </p15:clr>
        </p15:guide>
        <p15:guide id="5" orient="horz" pos="409">
          <p15:clr>
            <a:srgbClr val="E46962"/>
          </p15:clr>
        </p15:guide>
        <p15:guide id="6" orient="horz" pos="1005">
          <p15:clr>
            <a:srgbClr val="E46962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oints 2_2">
  <p:cSld name="TITLE_1_1_2_1">
    <p:bg>
      <p:bgPr>
        <a:solidFill>
          <a:schemeClr val="lt2"/>
        </a:solidFill>
        <a:effectLst/>
      </p:bgPr>
    </p:bg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103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646438">
            <a:off x="4364987" y="3923137"/>
            <a:ext cx="3091850" cy="3060275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6"/>
          <p:cNvSpPr/>
          <p:nvPr/>
        </p:nvSpPr>
        <p:spPr>
          <a:xfrm>
            <a:off x="5724450" y="123775"/>
            <a:ext cx="3273000" cy="4980900"/>
          </a:xfrm>
          <a:prstGeom prst="roundRect">
            <a:avLst>
              <a:gd name="adj" fmla="val 9123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Quicksand Medium"/>
              <a:ea typeface="Quicksand Medium"/>
              <a:cs typeface="Quicksand Medium"/>
              <a:sym typeface="Quicksand Medium"/>
            </a:endParaRPr>
          </a:p>
        </p:txBody>
      </p:sp>
      <p:sp>
        <p:nvSpPr>
          <p:cNvPr id="105" name="Google Shape;105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6" name="Google Shape;106;p16"/>
          <p:cNvSpPr>
            <a:spLocks noGrp="1"/>
          </p:cNvSpPr>
          <p:nvPr>
            <p:ph type="pic" idx="2"/>
          </p:nvPr>
        </p:nvSpPr>
        <p:spPr>
          <a:xfrm>
            <a:off x="5700750" y="83850"/>
            <a:ext cx="3320400" cy="4975800"/>
          </a:xfrm>
          <a:prstGeom prst="roundRect">
            <a:avLst>
              <a:gd name="adj" fmla="val 6862"/>
            </a:avLst>
          </a:prstGeom>
          <a:noFill/>
          <a:ln>
            <a:noFill/>
          </a:ln>
        </p:spPr>
      </p:sp>
      <p:sp>
        <p:nvSpPr>
          <p:cNvPr id="107" name="Google Shape;107;p16"/>
          <p:cNvSpPr txBox="1">
            <a:spLocks noGrp="1"/>
          </p:cNvSpPr>
          <p:nvPr>
            <p:ph type="title"/>
          </p:nvPr>
        </p:nvSpPr>
        <p:spPr>
          <a:xfrm>
            <a:off x="642700" y="650250"/>
            <a:ext cx="4270500" cy="726900"/>
          </a:xfrm>
          <a:prstGeom prst="rect">
            <a:avLst/>
          </a:prstGeom>
        </p:spPr>
        <p:txBody>
          <a:bodyPr spcFirstLastPara="1" wrap="square" lIns="34275" tIns="34275" rIns="34275" bIns="3427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Font typeface="Balsamiq Sans"/>
              <a:buNone/>
              <a:defRPr sz="2400">
                <a:latin typeface="Balsamiq Sans"/>
                <a:ea typeface="Balsamiq Sans"/>
                <a:cs typeface="Balsamiq Sans"/>
                <a:sym typeface="Balsamiq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Font typeface="Balsamiq Sans"/>
              <a:buNone/>
              <a:defRPr sz="2400">
                <a:latin typeface="Balsamiq Sans"/>
                <a:ea typeface="Balsamiq Sans"/>
                <a:cs typeface="Balsamiq Sans"/>
                <a:sym typeface="Balsamiq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Font typeface="Balsamiq Sans"/>
              <a:buNone/>
              <a:defRPr sz="2400">
                <a:latin typeface="Balsamiq Sans"/>
                <a:ea typeface="Balsamiq Sans"/>
                <a:cs typeface="Balsamiq Sans"/>
                <a:sym typeface="Balsamiq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Font typeface="Balsamiq Sans"/>
              <a:buNone/>
              <a:defRPr sz="2400">
                <a:latin typeface="Balsamiq Sans"/>
                <a:ea typeface="Balsamiq Sans"/>
                <a:cs typeface="Balsamiq Sans"/>
                <a:sym typeface="Balsamiq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Font typeface="Balsamiq Sans"/>
              <a:buNone/>
              <a:defRPr sz="2400">
                <a:latin typeface="Balsamiq Sans"/>
                <a:ea typeface="Balsamiq Sans"/>
                <a:cs typeface="Balsamiq Sans"/>
                <a:sym typeface="Balsamiq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Font typeface="Balsamiq Sans"/>
              <a:buNone/>
              <a:defRPr sz="2400">
                <a:latin typeface="Balsamiq Sans"/>
                <a:ea typeface="Balsamiq Sans"/>
                <a:cs typeface="Balsamiq Sans"/>
                <a:sym typeface="Balsamiq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Font typeface="Balsamiq Sans"/>
              <a:buNone/>
              <a:defRPr sz="2400">
                <a:latin typeface="Balsamiq Sans"/>
                <a:ea typeface="Balsamiq Sans"/>
                <a:cs typeface="Balsamiq Sans"/>
                <a:sym typeface="Balsamiq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Font typeface="Balsamiq Sans"/>
              <a:buNone/>
              <a:defRPr sz="2400">
                <a:latin typeface="Balsamiq Sans"/>
                <a:ea typeface="Balsamiq Sans"/>
                <a:cs typeface="Balsamiq Sans"/>
                <a:sym typeface="Balsamiq Sans"/>
              </a:defRPr>
            </a:lvl9pPr>
          </a:lstStyle>
          <a:p>
            <a:endParaRPr/>
          </a:p>
        </p:txBody>
      </p:sp>
      <p:sp>
        <p:nvSpPr>
          <p:cNvPr id="108" name="Google Shape;108;p16"/>
          <p:cNvSpPr txBox="1">
            <a:spLocks noGrp="1"/>
          </p:cNvSpPr>
          <p:nvPr>
            <p:ph type="subTitle" idx="1"/>
          </p:nvPr>
        </p:nvSpPr>
        <p:spPr>
          <a:xfrm>
            <a:off x="1185925" y="1687125"/>
            <a:ext cx="3727200" cy="93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r">
              <a:spcBef>
                <a:spcPts val="0"/>
              </a:spcBef>
              <a:spcAft>
                <a:spcPts val="0"/>
              </a:spcAft>
              <a:buSzPts val="1100"/>
              <a:buFont typeface="Quicksand SemiBold"/>
              <a:buNone/>
              <a:defRPr sz="1100">
                <a:latin typeface="Quicksand SemiBold"/>
                <a:ea typeface="Quicksand SemiBold"/>
                <a:cs typeface="Quicksand SemiBold"/>
                <a:sym typeface="Quicksand SemiBold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SzPts val="1100"/>
              <a:buFont typeface="Quicksand SemiBold"/>
              <a:buNone/>
              <a:defRPr sz="1100">
                <a:latin typeface="Quicksand SemiBold"/>
                <a:ea typeface="Quicksand SemiBold"/>
                <a:cs typeface="Quicksand SemiBold"/>
                <a:sym typeface="Quicksand SemiBold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SzPts val="1100"/>
              <a:buFont typeface="Quicksand SemiBold"/>
              <a:buNone/>
              <a:defRPr sz="1100">
                <a:latin typeface="Quicksand SemiBold"/>
                <a:ea typeface="Quicksand SemiBold"/>
                <a:cs typeface="Quicksand SemiBold"/>
                <a:sym typeface="Quicksand SemiBold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SzPts val="1100"/>
              <a:buFont typeface="Quicksand SemiBold"/>
              <a:buNone/>
              <a:defRPr sz="1100">
                <a:latin typeface="Quicksand SemiBold"/>
                <a:ea typeface="Quicksand SemiBold"/>
                <a:cs typeface="Quicksand SemiBold"/>
                <a:sym typeface="Quicksand SemiBold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SzPts val="1100"/>
              <a:buFont typeface="Quicksand SemiBold"/>
              <a:buNone/>
              <a:defRPr sz="1100">
                <a:latin typeface="Quicksand SemiBold"/>
                <a:ea typeface="Quicksand SemiBold"/>
                <a:cs typeface="Quicksand SemiBold"/>
                <a:sym typeface="Quicksand SemiBold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SzPts val="1100"/>
              <a:buFont typeface="Quicksand SemiBold"/>
              <a:buNone/>
              <a:defRPr sz="1100">
                <a:latin typeface="Quicksand SemiBold"/>
                <a:ea typeface="Quicksand SemiBold"/>
                <a:cs typeface="Quicksand SemiBold"/>
                <a:sym typeface="Quicksand SemiBold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SzPts val="1100"/>
              <a:buFont typeface="Quicksand SemiBold"/>
              <a:buNone/>
              <a:defRPr sz="1100">
                <a:latin typeface="Quicksand SemiBold"/>
                <a:ea typeface="Quicksand SemiBold"/>
                <a:cs typeface="Quicksand SemiBold"/>
                <a:sym typeface="Quicksand SemiBold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SzPts val="1100"/>
              <a:buFont typeface="Quicksand SemiBold"/>
              <a:buNone/>
              <a:defRPr sz="1100">
                <a:latin typeface="Quicksand SemiBold"/>
                <a:ea typeface="Quicksand SemiBold"/>
                <a:cs typeface="Quicksand SemiBold"/>
                <a:sym typeface="Quicksand SemiBold"/>
              </a:defRPr>
            </a:lvl9pPr>
          </a:lstStyle>
          <a:p>
            <a:endParaRPr/>
          </a:p>
        </p:txBody>
      </p:sp>
      <p:sp>
        <p:nvSpPr>
          <p:cNvPr id="109" name="Google Shape;109;p16"/>
          <p:cNvSpPr txBox="1">
            <a:spLocks noGrp="1"/>
          </p:cNvSpPr>
          <p:nvPr>
            <p:ph type="subTitle" idx="3"/>
          </p:nvPr>
        </p:nvSpPr>
        <p:spPr>
          <a:xfrm>
            <a:off x="1185925" y="2726325"/>
            <a:ext cx="3727200" cy="93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r">
              <a:spcBef>
                <a:spcPts val="0"/>
              </a:spcBef>
              <a:spcAft>
                <a:spcPts val="0"/>
              </a:spcAft>
              <a:buSzPts val="1100"/>
              <a:buFont typeface="Quicksand SemiBold"/>
              <a:buNone/>
              <a:defRPr sz="1100">
                <a:latin typeface="Quicksand SemiBold"/>
                <a:ea typeface="Quicksand SemiBold"/>
                <a:cs typeface="Quicksand SemiBold"/>
                <a:sym typeface="Quicksand SemiBold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SzPts val="1100"/>
              <a:buFont typeface="Quicksand SemiBold"/>
              <a:buNone/>
              <a:defRPr sz="1100">
                <a:latin typeface="Quicksand SemiBold"/>
                <a:ea typeface="Quicksand SemiBold"/>
                <a:cs typeface="Quicksand SemiBold"/>
                <a:sym typeface="Quicksand SemiBold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SzPts val="1100"/>
              <a:buFont typeface="Quicksand SemiBold"/>
              <a:buNone/>
              <a:defRPr sz="1100">
                <a:latin typeface="Quicksand SemiBold"/>
                <a:ea typeface="Quicksand SemiBold"/>
                <a:cs typeface="Quicksand SemiBold"/>
                <a:sym typeface="Quicksand SemiBold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SzPts val="1100"/>
              <a:buFont typeface="Quicksand SemiBold"/>
              <a:buNone/>
              <a:defRPr sz="1100">
                <a:latin typeface="Quicksand SemiBold"/>
                <a:ea typeface="Quicksand SemiBold"/>
                <a:cs typeface="Quicksand SemiBold"/>
                <a:sym typeface="Quicksand SemiBold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SzPts val="1100"/>
              <a:buFont typeface="Quicksand SemiBold"/>
              <a:buNone/>
              <a:defRPr sz="1100">
                <a:latin typeface="Quicksand SemiBold"/>
                <a:ea typeface="Quicksand SemiBold"/>
                <a:cs typeface="Quicksand SemiBold"/>
                <a:sym typeface="Quicksand SemiBold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SzPts val="1100"/>
              <a:buFont typeface="Quicksand SemiBold"/>
              <a:buNone/>
              <a:defRPr sz="1100">
                <a:latin typeface="Quicksand SemiBold"/>
                <a:ea typeface="Quicksand SemiBold"/>
                <a:cs typeface="Quicksand SemiBold"/>
                <a:sym typeface="Quicksand SemiBold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SzPts val="1100"/>
              <a:buFont typeface="Quicksand SemiBold"/>
              <a:buNone/>
              <a:defRPr sz="1100">
                <a:latin typeface="Quicksand SemiBold"/>
                <a:ea typeface="Quicksand SemiBold"/>
                <a:cs typeface="Quicksand SemiBold"/>
                <a:sym typeface="Quicksand SemiBold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SzPts val="1100"/>
              <a:buFont typeface="Quicksand SemiBold"/>
              <a:buNone/>
              <a:defRPr sz="1100">
                <a:latin typeface="Quicksand SemiBold"/>
                <a:ea typeface="Quicksand SemiBold"/>
                <a:cs typeface="Quicksand SemiBold"/>
                <a:sym typeface="Quicksand SemiBold"/>
              </a:defRPr>
            </a:lvl9pPr>
          </a:lstStyle>
          <a:p>
            <a:endParaRPr/>
          </a:p>
        </p:txBody>
      </p:sp>
      <p:pic>
        <p:nvPicPr>
          <p:cNvPr id="110" name="Google Shape;11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222875" y="-1324550"/>
            <a:ext cx="2524951" cy="2504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6" descr=" 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39374" y="4423803"/>
            <a:ext cx="247715" cy="20269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6" descr=" 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242268" y="4213922"/>
            <a:ext cx="186342" cy="1563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6" descr=" 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686354" y="4304750"/>
            <a:ext cx="9525" cy="11904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6" descr=" 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619678" y="4360709"/>
            <a:ext cx="126206" cy="9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6" descr=" 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2648849" y="4321940"/>
            <a:ext cx="76200" cy="7619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6" descr=" 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2231617" y="4655018"/>
            <a:ext cx="1043003" cy="48847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7" name="Google Shape;117;p16"/>
          <p:cNvGrpSpPr/>
          <p:nvPr/>
        </p:nvGrpSpPr>
        <p:grpSpPr>
          <a:xfrm>
            <a:off x="636451" y="1645513"/>
            <a:ext cx="487389" cy="442988"/>
            <a:chOff x="1328739" y="2128838"/>
            <a:chExt cx="487389" cy="442988"/>
          </a:xfrm>
        </p:grpSpPr>
        <p:pic>
          <p:nvPicPr>
            <p:cNvPr id="118" name="Google Shape;118;p16" descr=" "/>
            <p:cNvPicPr preferRelativeResize="0"/>
            <p:nvPr/>
          </p:nvPicPr>
          <p:blipFill rotWithShape="1">
            <a:blip r:embed="rId10">
              <a:alphaModFix/>
            </a:blip>
            <a:srcRect/>
            <a:stretch/>
          </p:blipFill>
          <p:spPr>
            <a:xfrm>
              <a:off x="1328739" y="2128838"/>
              <a:ext cx="487389" cy="42857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9" name="Google Shape;119;p16"/>
            <p:cNvSpPr/>
            <p:nvPr/>
          </p:nvSpPr>
          <p:spPr>
            <a:xfrm>
              <a:off x="1404939" y="2219325"/>
              <a:ext cx="328500" cy="35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Balsamiq Sans"/>
                <a:buNone/>
              </a:pPr>
              <a:r>
                <a:rPr lang="en" sz="1800" b="1" i="0" u="none" strike="noStrike" cap="none">
                  <a:solidFill>
                    <a:srgbClr val="FFFFFF"/>
                  </a:solidFill>
                  <a:latin typeface="Balsamiq Sans"/>
                  <a:ea typeface="Balsamiq Sans"/>
                  <a:cs typeface="Balsamiq Sans"/>
                  <a:sym typeface="Balsamiq Sans"/>
                </a:rPr>
                <a:t>01</a:t>
              </a: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0" name="Google Shape;120;p16"/>
          <p:cNvGrpSpPr/>
          <p:nvPr/>
        </p:nvGrpSpPr>
        <p:grpSpPr>
          <a:xfrm>
            <a:off x="636442" y="2673188"/>
            <a:ext cx="438518" cy="442988"/>
            <a:chOff x="4343404" y="2128838"/>
            <a:chExt cx="438518" cy="442988"/>
          </a:xfrm>
        </p:grpSpPr>
        <p:pic>
          <p:nvPicPr>
            <p:cNvPr id="121" name="Google Shape;121;p16" descr=" "/>
            <p:cNvPicPr preferRelativeResize="0"/>
            <p:nvPr/>
          </p:nvPicPr>
          <p:blipFill rotWithShape="1">
            <a:blip r:embed="rId11">
              <a:alphaModFix/>
            </a:blip>
            <a:srcRect/>
            <a:stretch/>
          </p:blipFill>
          <p:spPr>
            <a:xfrm>
              <a:off x="4343404" y="2128838"/>
              <a:ext cx="438518" cy="42857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2" name="Google Shape;122;p16"/>
            <p:cNvSpPr/>
            <p:nvPr/>
          </p:nvSpPr>
          <p:spPr>
            <a:xfrm>
              <a:off x="4376742" y="2219325"/>
              <a:ext cx="366600" cy="35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Balsamiq Sans"/>
                <a:buNone/>
              </a:pPr>
              <a:r>
                <a:rPr lang="en" sz="1800" b="1" i="0" u="none" strike="noStrike" cap="none">
                  <a:solidFill>
                    <a:srgbClr val="FFFFFF"/>
                  </a:solidFill>
                  <a:latin typeface="Balsamiq Sans"/>
                  <a:ea typeface="Balsamiq Sans"/>
                  <a:cs typeface="Balsamiq Sans"/>
                  <a:sym typeface="Balsamiq Sans"/>
                </a:rPr>
                <a:t>02</a:t>
              </a: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E46962"/>
          </p15:clr>
        </p15:guide>
        <p15:guide id="2" pos="2664">
          <p15:clr>
            <a:srgbClr val="E46962"/>
          </p15:clr>
        </p15:guide>
        <p15:guide id="3" pos="405">
          <p15:clr>
            <a:srgbClr val="E46962"/>
          </p15:clr>
        </p15:guide>
        <p15:guide id="4" pos="5328">
          <p15:clr>
            <a:srgbClr val="E46962"/>
          </p15:clr>
        </p15:guide>
        <p15:guide id="5" orient="horz" pos="409">
          <p15:clr>
            <a:srgbClr val="E46962"/>
          </p15:clr>
        </p15:guide>
        <p15:guide id="6" orient="horz" pos="1005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oints 3_2">
  <p:cSld name="TITLE_1_1_2_1_1"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7"/>
          <p:cNvSpPr/>
          <p:nvPr/>
        </p:nvSpPr>
        <p:spPr>
          <a:xfrm>
            <a:off x="5742000" y="123775"/>
            <a:ext cx="3273000" cy="4980900"/>
          </a:xfrm>
          <a:prstGeom prst="roundRect">
            <a:avLst>
              <a:gd name="adj" fmla="val 9123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Quicksand Medium"/>
              <a:ea typeface="Quicksand Medium"/>
              <a:cs typeface="Quicksand Medium"/>
              <a:sym typeface="Quicksand Medium"/>
            </a:endParaRPr>
          </a:p>
        </p:txBody>
      </p:sp>
      <p:pic>
        <p:nvPicPr>
          <p:cNvPr id="125" name="Google Shape;125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3944488">
            <a:off x="4489485" y="-1963779"/>
            <a:ext cx="3396154" cy="3642659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7" name="Google Shape;127;p17"/>
          <p:cNvSpPr>
            <a:spLocks noGrp="1"/>
          </p:cNvSpPr>
          <p:nvPr>
            <p:ph type="pic" idx="2"/>
          </p:nvPr>
        </p:nvSpPr>
        <p:spPr>
          <a:xfrm>
            <a:off x="5735849" y="110100"/>
            <a:ext cx="3285300" cy="4923300"/>
          </a:xfrm>
          <a:prstGeom prst="roundRect">
            <a:avLst>
              <a:gd name="adj" fmla="val 9227"/>
            </a:avLst>
          </a:prstGeom>
          <a:noFill/>
          <a:ln>
            <a:noFill/>
          </a:ln>
        </p:spPr>
      </p:sp>
      <p:sp>
        <p:nvSpPr>
          <p:cNvPr id="128" name="Google Shape;128;p17"/>
          <p:cNvSpPr txBox="1">
            <a:spLocks noGrp="1"/>
          </p:cNvSpPr>
          <p:nvPr>
            <p:ph type="title"/>
          </p:nvPr>
        </p:nvSpPr>
        <p:spPr>
          <a:xfrm>
            <a:off x="642700" y="650250"/>
            <a:ext cx="4270500" cy="726900"/>
          </a:xfrm>
          <a:prstGeom prst="rect">
            <a:avLst/>
          </a:prstGeom>
        </p:spPr>
        <p:txBody>
          <a:bodyPr spcFirstLastPara="1" wrap="square" lIns="34275" tIns="34275" rIns="34275" bIns="3427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500"/>
              <a:buNone/>
              <a:defRPr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500"/>
              <a:buNone/>
              <a:defRPr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500"/>
              <a:buNone/>
              <a:defRPr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500"/>
              <a:buNone/>
              <a:defRPr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500"/>
              <a:buNone/>
              <a:defRPr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500"/>
              <a:buNone/>
              <a:defRPr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500"/>
              <a:buNone/>
              <a:defRPr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500"/>
              <a:buNone/>
              <a:defRPr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29" name="Google Shape;129;p17"/>
          <p:cNvSpPr txBox="1">
            <a:spLocks noGrp="1"/>
          </p:cNvSpPr>
          <p:nvPr>
            <p:ph type="subTitle" idx="1"/>
          </p:nvPr>
        </p:nvSpPr>
        <p:spPr>
          <a:xfrm>
            <a:off x="1185925" y="1687125"/>
            <a:ext cx="3727200" cy="93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r">
              <a:spcBef>
                <a:spcPts val="0"/>
              </a:spcBef>
              <a:spcAft>
                <a:spcPts val="0"/>
              </a:spcAft>
              <a:buSzPts val="1100"/>
              <a:buFont typeface="Quicksand SemiBold"/>
              <a:buNone/>
              <a:defRPr sz="1100">
                <a:latin typeface="Quicksand SemiBold"/>
                <a:ea typeface="Quicksand SemiBold"/>
                <a:cs typeface="Quicksand SemiBold"/>
                <a:sym typeface="Quicksand SemiBold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SzPts val="1100"/>
              <a:buFont typeface="Quicksand SemiBold"/>
              <a:buNone/>
              <a:defRPr sz="1100">
                <a:latin typeface="Quicksand SemiBold"/>
                <a:ea typeface="Quicksand SemiBold"/>
                <a:cs typeface="Quicksand SemiBold"/>
                <a:sym typeface="Quicksand SemiBold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SzPts val="1100"/>
              <a:buFont typeface="Quicksand SemiBold"/>
              <a:buNone/>
              <a:defRPr sz="1100">
                <a:latin typeface="Quicksand SemiBold"/>
                <a:ea typeface="Quicksand SemiBold"/>
                <a:cs typeface="Quicksand SemiBold"/>
                <a:sym typeface="Quicksand SemiBold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SzPts val="1100"/>
              <a:buFont typeface="Quicksand SemiBold"/>
              <a:buNone/>
              <a:defRPr sz="1100">
                <a:latin typeface="Quicksand SemiBold"/>
                <a:ea typeface="Quicksand SemiBold"/>
                <a:cs typeface="Quicksand SemiBold"/>
                <a:sym typeface="Quicksand SemiBold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SzPts val="1100"/>
              <a:buFont typeface="Quicksand SemiBold"/>
              <a:buNone/>
              <a:defRPr sz="1100">
                <a:latin typeface="Quicksand SemiBold"/>
                <a:ea typeface="Quicksand SemiBold"/>
                <a:cs typeface="Quicksand SemiBold"/>
                <a:sym typeface="Quicksand SemiBold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SzPts val="1100"/>
              <a:buFont typeface="Quicksand SemiBold"/>
              <a:buNone/>
              <a:defRPr sz="1100">
                <a:latin typeface="Quicksand SemiBold"/>
                <a:ea typeface="Quicksand SemiBold"/>
                <a:cs typeface="Quicksand SemiBold"/>
                <a:sym typeface="Quicksand SemiBold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SzPts val="1100"/>
              <a:buFont typeface="Quicksand SemiBold"/>
              <a:buNone/>
              <a:defRPr sz="1100">
                <a:latin typeface="Quicksand SemiBold"/>
                <a:ea typeface="Quicksand SemiBold"/>
                <a:cs typeface="Quicksand SemiBold"/>
                <a:sym typeface="Quicksand SemiBold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SzPts val="1100"/>
              <a:buFont typeface="Quicksand SemiBold"/>
              <a:buNone/>
              <a:defRPr sz="1100">
                <a:latin typeface="Quicksand SemiBold"/>
                <a:ea typeface="Quicksand SemiBold"/>
                <a:cs typeface="Quicksand SemiBold"/>
                <a:sym typeface="Quicksand SemiBold"/>
              </a:defRPr>
            </a:lvl9pPr>
          </a:lstStyle>
          <a:p>
            <a:endParaRPr/>
          </a:p>
        </p:txBody>
      </p:sp>
      <p:sp>
        <p:nvSpPr>
          <p:cNvPr id="130" name="Google Shape;130;p17"/>
          <p:cNvSpPr txBox="1">
            <a:spLocks noGrp="1"/>
          </p:cNvSpPr>
          <p:nvPr>
            <p:ph type="subTitle" idx="3"/>
          </p:nvPr>
        </p:nvSpPr>
        <p:spPr>
          <a:xfrm>
            <a:off x="1185925" y="2726325"/>
            <a:ext cx="3727200" cy="93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r">
              <a:spcBef>
                <a:spcPts val="0"/>
              </a:spcBef>
              <a:spcAft>
                <a:spcPts val="0"/>
              </a:spcAft>
              <a:buSzPts val="1100"/>
              <a:buFont typeface="Quicksand SemiBold"/>
              <a:buNone/>
              <a:defRPr sz="1100">
                <a:latin typeface="Quicksand SemiBold"/>
                <a:ea typeface="Quicksand SemiBold"/>
                <a:cs typeface="Quicksand SemiBold"/>
                <a:sym typeface="Quicksand SemiBold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SzPts val="1100"/>
              <a:buFont typeface="Quicksand SemiBold"/>
              <a:buNone/>
              <a:defRPr sz="1100">
                <a:latin typeface="Quicksand SemiBold"/>
                <a:ea typeface="Quicksand SemiBold"/>
                <a:cs typeface="Quicksand SemiBold"/>
                <a:sym typeface="Quicksand SemiBold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SzPts val="1100"/>
              <a:buFont typeface="Quicksand SemiBold"/>
              <a:buNone/>
              <a:defRPr sz="1100">
                <a:latin typeface="Quicksand SemiBold"/>
                <a:ea typeface="Quicksand SemiBold"/>
                <a:cs typeface="Quicksand SemiBold"/>
                <a:sym typeface="Quicksand SemiBold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SzPts val="1100"/>
              <a:buFont typeface="Quicksand SemiBold"/>
              <a:buNone/>
              <a:defRPr sz="1100">
                <a:latin typeface="Quicksand SemiBold"/>
                <a:ea typeface="Quicksand SemiBold"/>
                <a:cs typeface="Quicksand SemiBold"/>
                <a:sym typeface="Quicksand SemiBold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SzPts val="1100"/>
              <a:buFont typeface="Quicksand SemiBold"/>
              <a:buNone/>
              <a:defRPr sz="1100">
                <a:latin typeface="Quicksand SemiBold"/>
                <a:ea typeface="Quicksand SemiBold"/>
                <a:cs typeface="Quicksand SemiBold"/>
                <a:sym typeface="Quicksand SemiBold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SzPts val="1100"/>
              <a:buFont typeface="Quicksand SemiBold"/>
              <a:buNone/>
              <a:defRPr sz="1100">
                <a:latin typeface="Quicksand SemiBold"/>
                <a:ea typeface="Quicksand SemiBold"/>
                <a:cs typeface="Quicksand SemiBold"/>
                <a:sym typeface="Quicksand SemiBold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SzPts val="1100"/>
              <a:buFont typeface="Quicksand SemiBold"/>
              <a:buNone/>
              <a:defRPr sz="1100">
                <a:latin typeface="Quicksand SemiBold"/>
                <a:ea typeface="Quicksand SemiBold"/>
                <a:cs typeface="Quicksand SemiBold"/>
                <a:sym typeface="Quicksand SemiBold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SzPts val="1100"/>
              <a:buFont typeface="Quicksand SemiBold"/>
              <a:buNone/>
              <a:defRPr sz="1100">
                <a:latin typeface="Quicksand SemiBold"/>
                <a:ea typeface="Quicksand SemiBold"/>
                <a:cs typeface="Quicksand SemiBold"/>
                <a:sym typeface="Quicksand SemiBold"/>
              </a:defRPr>
            </a:lvl9pPr>
          </a:lstStyle>
          <a:p>
            <a:endParaRPr/>
          </a:p>
        </p:txBody>
      </p:sp>
      <p:sp>
        <p:nvSpPr>
          <p:cNvPr id="131" name="Google Shape;131;p17"/>
          <p:cNvSpPr txBox="1">
            <a:spLocks noGrp="1"/>
          </p:cNvSpPr>
          <p:nvPr>
            <p:ph type="subTitle" idx="4"/>
          </p:nvPr>
        </p:nvSpPr>
        <p:spPr>
          <a:xfrm>
            <a:off x="1185925" y="3765525"/>
            <a:ext cx="3727200" cy="93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r">
              <a:spcBef>
                <a:spcPts val="0"/>
              </a:spcBef>
              <a:spcAft>
                <a:spcPts val="0"/>
              </a:spcAft>
              <a:buSzPts val="1100"/>
              <a:buFont typeface="Quicksand SemiBold"/>
              <a:buNone/>
              <a:defRPr sz="1100">
                <a:latin typeface="Quicksand SemiBold"/>
                <a:ea typeface="Quicksand SemiBold"/>
                <a:cs typeface="Quicksand SemiBold"/>
                <a:sym typeface="Quicksand SemiBold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SzPts val="1100"/>
              <a:buFont typeface="Quicksand SemiBold"/>
              <a:buNone/>
              <a:defRPr sz="1100">
                <a:latin typeface="Quicksand SemiBold"/>
                <a:ea typeface="Quicksand SemiBold"/>
                <a:cs typeface="Quicksand SemiBold"/>
                <a:sym typeface="Quicksand SemiBold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SzPts val="1100"/>
              <a:buFont typeface="Quicksand SemiBold"/>
              <a:buNone/>
              <a:defRPr sz="1100">
                <a:latin typeface="Quicksand SemiBold"/>
                <a:ea typeface="Quicksand SemiBold"/>
                <a:cs typeface="Quicksand SemiBold"/>
                <a:sym typeface="Quicksand SemiBold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SzPts val="1100"/>
              <a:buFont typeface="Quicksand SemiBold"/>
              <a:buNone/>
              <a:defRPr sz="1100">
                <a:latin typeface="Quicksand SemiBold"/>
                <a:ea typeface="Quicksand SemiBold"/>
                <a:cs typeface="Quicksand SemiBold"/>
                <a:sym typeface="Quicksand SemiBold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SzPts val="1100"/>
              <a:buFont typeface="Quicksand SemiBold"/>
              <a:buNone/>
              <a:defRPr sz="1100">
                <a:latin typeface="Quicksand SemiBold"/>
                <a:ea typeface="Quicksand SemiBold"/>
                <a:cs typeface="Quicksand SemiBold"/>
                <a:sym typeface="Quicksand SemiBold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SzPts val="1100"/>
              <a:buFont typeface="Quicksand SemiBold"/>
              <a:buNone/>
              <a:defRPr sz="1100">
                <a:latin typeface="Quicksand SemiBold"/>
                <a:ea typeface="Quicksand SemiBold"/>
                <a:cs typeface="Quicksand SemiBold"/>
                <a:sym typeface="Quicksand SemiBold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SzPts val="1100"/>
              <a:buFont typeface="Quicksand SemiBold"/>
              <a:buNone/>
              <a:defRPr sz="1100">
                <a:latin typeface="Quicksand SemiBold"/>
                <a:ea typeface="Quicksand SemiBold"/>
                <a:cs typeface="Quicksand SemiBold"/>
                <a:sym typeface="Quicksand SemiBold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SzPts val="1100"/>
              <a:buFont typeface="Quicksand SemiBold"/>
              <a:buNone/>
              <a:defRPr sz="1100">
                <a:latin typeface="Quicksand SemiBold"/>
                <a:ea typeface="Quicksand SemiBold"/>
                <a:cs typeface="Quicksand SemiBold"/>
                <a:sym typeface="Quicksand SemiBold"/>
              </a:defRPr>
            </a:lvl9pPr>
          </a:lstStyle>
          <a:p>
            <a:endParaRPr/>
          </a:p>
        </p:txBody>
      </p:sp>
      <p:pic>
        <p:nvPicPr>
          <p:cNvPr id="132" name="Google Shape;132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3977446">
            <a:off x="-1060326" y="4049474"/>
            <a:ext cx="2332475" cy="239924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3" name="Google Shape;133;p17"/>
          <p:cNvGrpSpPr/>
          <p:nvPr/>
        </p:nvGrpSpPr>
        <p:grpSpPr>
          <a:xfrm>
            <a:off x="636451" y="1645513"/>
            <a:ext cx="487389" cy="442988"/>
            <a:chOff x="1328739" y="2128838"/>
            <a:chExt cx="487389" cy="442988"/>
          </a:xfrm>
        </p:grpSpPr>
        <p:pic>
          <p:nvPicPr>
            <p:cNvPr id="134" name="Google Shape;134;p17" descr=" 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328739" y="2128838"/>
              <a:ext cx="487389" cy="42857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5" name="Google Shape;135;p17"/>
            <p:cNvSpPr/>
            <p:nvPr/>
          </p:nvSpPr>
          <p:spPr>
            <a:xfrm>
              <a:off x="1404939" y="2219325"/>
              <a:ext cx="328500" cy="35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Balsamiq Sans"/>
                <a:buNone/>
              </a:pPr>
              <a:r>
                <a:rPr lang="en" sz="1800" b="1" i="0" u="none" strike="noStrike" cap="none">
                  <a:solidFill>
                    <a:srgbClr val="FFFFFF"/>
                  </a:solidFill>
                  <a:latin typeface="Balsamiq Sans"/>
                  <a:ea typeface="Balsamiq Sans"/>
                  <a:cs typeface="Balsamiq Sans"/>
                  <a:sym typeface="Balsamiq Sans"/>
                </a:rPr>
                <a:t>01</a:t>
              </a: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6" name="Google Shape;136;p17"/>
          <p:cNvGrpSpPr/>
          <p:nvPr/>
        </p:nvGrpSpPr>
        <p:grpSpPr>
          <a:xfrm>
            <a:off x="636442" y="2673188"/>
            <a:ext cx="438518" cy="442988"/>
            <a:chOff x="4343404" y="2128838"/>
            <a:chExt cx="438518" cy="442988"/>
          </a:xfrm>
        </p:grpSpPr>
        <p:pic>
          <p:nvPicPr>
            <p:cNvPr id="137" name="Google Shape;137;p17" descr=" 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4343404" y="2128838"/>
              <a:ext cx="438518" cy="42857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8" name="Google Shape;138;p17"/>
            <p:cNvSpPr/>
            <p:nvPr/>
          </p:nvSpPr>
          <p:spPr>
            <a:xfrm>
              <a:off x="4376742" y="2219325"/>
              <a:ext cx="366600" cy="35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Balsamiq Sans"/>
                <a:buNone/>
              </a:pPr>
              <a:r>
                <a:rPr lang="en" sz="1800" b="1" i="0" u="none" strike="noStrike" cap="none">
                  <a:solidFill>
                    <a:srgbClr val="FFFFFF"/>
                  </a:solidFill>
                  <a:latin typeface="Balsamiq Sans"/>
                  <a:ea typeface="Balsamiq Sans"/>
                  <a:cs typeface="Balsamiq Sans"/>
                  <a:sym typeface="Balsamiq Sans"/>
                </a:rPr>
                <a:t>02</a:t>
              </a: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9" name="Google Shape;139;p17"/>
          <p:cNvGrpSpPr/>
          <p:nvPr/>
        </p:nvGrpSpPr>
        <p:grpSpPr>
          <a:xfrm>
            <a:off x="629489" y="3700863"/>
            <a:ext cx="452400" cy="516325"/>
            <a:chOff x="1319214" y="3319463"/>
            <a:chExt cx="452400" cy="516325"/>
          </a:xfrm>
        </p:grpSpPr>
        <p:pic>
          <p:nvPicPr>
            <p:cNvPr id="140" name="Google Shape;140;p17" descr=" 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1325814" y="3319463"/>
              <a:ext cx="439200" cy="442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1" name="Google Shape;141;p17"/>
            <p:cNvSpPr/>
            <p:nvPr/>
          </p:nvSpPr>
          <p:spPr>
            <a:xfrm>
              <a:off x="1319214" y="3397488"/>
              <a:ext cx="452400" cy="438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200"/>
                <a:buFont typeface="Balsamiq Sans"/>
                <a:buNone/>
              </a:pPr>
              <a:r>
                <a:rPr lang="en" sz="1800" b="1" i="0" u="none" strike="noStrike" cap="none">
                  <a:solidFill>
                    <a:srgbClr val="FFFFFF"/>
                  </a:solidFill>
                  <a:latin typeface="Balsamiq Sans"/>
                  <a:ea typeface="Balsamiq Sans"/>
                  <a:cs typeface="Balsamiq Sans"/>
                  <a:sym typeface="Balsamiq Sans"/>
                </a:rPr>
                <a:t>03</a:t>
              </a: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E46962"/>
          </p15:clr>
        </p15:guide>
        <p15:guide id="2" pos="2664">
          <p15:clr>
            <a:srgbClr val="E46962"/>
          </p15:clr>
        </p15:guide>
        <p15:guide id="3" pos="405">
          <p15:clr>
            <a:srgbClr val="E46962"/>
          </p15:clr>
        </p15:guide>
        <p15:guide id="4" pos="5328">
          <p15:clr>
            <a:srgbClr val="E46962"/>
          </p15:clr>
        </p15:guide>
        <p15:guide id="5" orient="horz" pos="409">
          <p15:clr>
            <a:srgbClr val="E46962"/>
          </p15:clr>
        </p15:guide>
        <p15:guide id="6" orient="horz" pos="1005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A_Title_Body_1">
  <p:cSld name="TITLE_1">
    <p:bg>
      <p:bgPr>
        <a:solidFill>
          <a:schemeClr val="lt2"/>
        </a:solidFill>
        <a:effectLst/>
      </p:bgPr>
    </p:bg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8"/>
          <p:cNvSpPr/>
          <p:nvPr/>
        </p:nvSpPr>
        <p:spPr>
          <a:xfrm>
            <a:off x="5782350" y="123775"/>
            <a:ext cx="3261000" cy="4933200"/>
          </a:xfrm>
          <a:prstGeom prst="roundRect">
            <a:avLst>
              <a:gd name="adj" fmla="val 9123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Quicksand Medium"/>
              <a:ea typeface="Quicksand Medium"/>
              <a:cs typeface="Quicksand Medium"/>
              <a:sym typeface="Quicksand Medium"/>
            </a:endParaRPr>
          </a:p>
        </p:txBody>
      </p:sp>
      <p:pic>
        <p:nvPicPr>
          <p:cNvPr id="144" name="Google Shape;144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1679081">
            <a:off x="4476724" y="-1356787"/>
            <a:ext cx="3091850" cy="3060275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6" name="Google Shape;146;p18"/>
          <p:cNvSpPr>
            <a:spLocks noGrp="1"/>
          </p:cNvSpPr>
          <p:nvPr>
            <p:ph type="pic" idx="2"/>
          </p:nvPr>
        </p:nvSpPr>
        <p:spPr>
          <a:xfrm>
            <a:off x="5782350" y="110350"/>
            <a:ext cx="3249000" cy="4869000"/>
          </a:xfrm>
          <a:prstGeom prst="roundRect">
            <a:avLst>
              <a:gd name="adj" fmla="val 7783"/>
            </a:avLst>
          </a:prstGeom>
          <a:noFill/>
          <a:ln>
            <a:noFill/>
          </a:ln>
        </p:spPr>
      </p:sp>
      <p:sp>
        <p:nvSpPr>
          <p:cNvPr id="147" name="Google Shape;147;p18"/>
          <p:cNvSpPr txBox="1">
            <a:spLocks noGrp="1"/>
          </p:cNvSpPr>
          <p:nvPr>
            <p:ph type="title"/>
          </p:nvPr>
        </p:nvSpPr>
        <p:spPr>
          <a:xfrm>
            <a:off x="632175" y="650250"/>
            <a:ext cx="5046000" cy="726900"/>
          </a:xfrm>
          <a:prstGeom prst="rect">
            <a:avLst/>
          </a:prstGeom>
        </p:spPr>
        <p:txBody>
          <a:bodyPr spcFirstLastPara="1" wrap="square" lIns="34275" tIns="34275" rIns="34275" bIns="34275" anchor="ctr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500"/>
              <a:buNone/>
              <a:defRPr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500"/>
              <a:buNone/>
              <a:defRPr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500"/>
              <a:buNone/>
              <a:defRPr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500"/>
              <a:buNone/>
              <a:defRPr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500"/>
              <a:buNone/>
              <a:defRPr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500"/>
              <a:buNone/>
              <a:defRPr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500"/>
              <a:buNone/>
              <a:defRPr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500"/>
              <a:buNone/>
              <a:defRPr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48" name="Google Shape;148;p18"/>
          <p:cNvSpPr txBox="1">
            <a:spLocks noGrp="1"/>
          </p:cNvSpPr>
          <p:nvPr>
            <p:ph type="subTitle" idx="1"/>
          </p:nvPr>
        </p:nvSpPr>
        <p:spPr>
          <a:xfrm>
            <a:off x="642700" y="1562500"/>
            <a:ext cx="4337400" cy="196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>
            <a:endParaRPr/>
          </a:p>
        </p:txBody>
      </p:sp>
      <p:pic>
        <p:nvPicPr>
          <p:cNvPr id="149" name="Google Shape;14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091425" y="3570450"/>
            <a:ext cx="2524951" cy="2504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18" descr=" 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143508" y="4663225"/>
            <a:ext cx="638850" cy="53911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18" descr=" "/>
          <p:cNvPicPr preferRelativeResize="0"/>
          <p:nvPr/>
        </p:nvPicPr>
        <p:blipFill rotWithShape="1">
          <a:blip r:embed="rId5">
            <a:alphaModFix/>
          </a:blip>
          <a:srcRect l="43579" t="20660" r="-43579" b="-20660"/>
          <a:stretch/>
        </p:blipFill>
        <p:spPr>
          <a:xfrm>
            <a:off x="-106897" y="18644"/>
            <a:ext cx="528793" cy="4462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E46962"/>
          </p15:clr>
        </p15:guide>
        <p15:guide id="2" pos="2880">
          <p15:clr>
            <a:srgbClr val="E46962"/>
          </p15:clr>
        </p15:guide>
        <p15:guide id="3" pos="405">
          <p15:clr>
            <a:srgbClr val="E46962"/>
          </p15:clr>
        </p15:guide>
        <p15:guide id="4" orient="horz" pos="628">
          <p15:clr>
            <a:srgbClr val="E46962"/>
          </p15:clr>
        </p15:guide>
        <p15:guide id="5" pos="5328">
          <p15:clr>
            <a:srgbClr val="E46962"/>
          </p15:clr>
        </p15:guide>
        <p15:guide id="6" orient="horz" pos="984">
          <p15:clr>
            <a:srgbClr val="E46962"/>
          </p15:clr>
        </p15:guide>
        <p15:guide id="7" orient="horz" pos="1080">
          <p15:clr>
            <a:srgbClr val="E46962"/>
          </p15:clr>
        </p15:guide>
        <p15:guide id="8" orient="horz" pos="410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A_Title_Body_2">
  <p:cSld name="TITLE_1_1_3"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9"/>
          <p:cNvSpPr/>
          <p:nvPr/>
        </p:nvSpPr>
        <p:spPr>
          <a:xfrm>
            <a:off x="123625" y="159225"/>
            <a:ext cx="3227400" cy="4897500"/>
          </a:xfrm>
          <a:prstGeom prst="roundRect">
            <a:avLst>
              <a:gd name="adj" fmla="val 9123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Quicksand Medium"/>
              <a:ea typeface="Quicksand Medium"/>
              <a:cs typeface="Quicksand Medium"/>
              <a:sym typeface="Quicksand Medium"/>
            </a:endParaRPr>
          </a:p>
        </p:txBody>
      </p:sp>
      <p:sp>
        <p:nvSpPr>
          <p:cNvPr id="154" name="Google Shape;154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5" name="Google Shape;155;p19"/>
          <p:cNvSpPr>
            <a:spLocks noGrp="1"/>
          </p:cNvSpPr>
          <p:nvPr>
            <p:ph type="pic" idx="2"/>
          </p:nvPr>
        </p:nvSpPr>
        <p:spPr>
          <a:xfrm>
            <a:off x="123700" y="159225"/>
            <a:ext cx="3227400" cy="4836600"/>
          </a:xfrm>
          <a:prstGeom prst="roundRect">
            <a:avLst>
              <a:gd name="adj" fmla="val 8770"/>
            </a:avLst>
          </a:prstGeom>
          <a:noFill/>
          <a:ln>
            <a:noFill/>
          </a:ln>
        </p:spPr>
      </p:sp>
      <p:sp>
        <p:nvSpPr>
          <p:cNvPr id="156" name="Google Shape;156;p19"/>
          <p:cNvSpPr txBox="1">
            <a:spLocks noGrp="1"/>
          </p:cNvSpPr>
          <p:nvPr>
            <p:ph type="subTitle" idx="1"/>
          </p:nvPr>
        </p:nvSpPr>
        <p:spPr>
          <a:xfrm>
            <a:off x="4135200" y="1595175"/>
            <a:ext cx="4176600" cy="196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57" name="Google Shape;157;p19"/>
          <p:cNvSpPr txBox="1">
            <a:spLocks noGrp="1"/>
          </p:cNvSpPr>
          <p:nvPr>
            <p:ph type="title"/>
          </p:nvPr>
        </p:nvSpPr>
        <p:spPr>
          <a:xfrm>
            <a:off x="4135200" y="650250"/>
            <a:ext cx="4270500" cy="726900"/>
          </a:xfrm>
          <a:prstGeom prst="rect">
            <a:avLst/>
          </a:prstGeom>
        </p:spPr>
        <p:txBody>
          <a:bodyPr spcFirstLastPara="1" wrap="square" lIns="34275" tIns="34275" rIns="34275" bIns="3427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500"/>
              <a:buNone/>
              <a:defRPr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500"/>
              <a:buNone/>
              <a:defRPr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500"/>
              <a:buNone/>
              <a:defRPr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500"/>
              <a:buNone/>
              <a:defRPr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500"/>
              <a:buNone/>
              <a:defRPr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500"/>
              <a:buNone/>
              <a:defRPr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500"/>
              <a:buNone/>
              <a:defRPr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500"/>
              <a:buNone/>
              <a:defRPr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pic>
        <p:nvPicPr>
          <p:cNvPr id="158" name="Google Shape;158;p19" descr=" 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351108" y="4154820"/>
            <a:ext cx="465512" cy="50840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 descr=" 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63024" y="334538"/>
            <a:ext cx="157163" cy="1571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19" descr=" 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472449" y="3635278"/>
            <a:ext cx="247715" cy="20269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19" descr=" 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786191" y="266700"/>
            <a:ext cx="110576" cy="6785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19" descr=" 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919717" y="4398393"/>
            <a:ext cx="1043003" cy="4884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E46962"/>
          </p15:clr>
        </p15:guide>
        <p15:guide id="2" pos="2664">
          <p15:clr>
            <a:srgbClr val="E46962"/>
          </p15:clr>
        </p15:guide>
        <p15:guide id="3" pos="405">
          <p15:clr>
            <a:srgbClr val="E46962"/>
          </p15:clr>
        </p15:guide>
        <p15:guide id="4" pos="5328">
          <p15:clr>
            <a:srgbClr val="E46962"/>
          </p15:clr>
        </p15:guide>
        <p15:guide id="5" orient="horz" pos="409">
          <p15:clr>
            <a:srgbClr val="E46962"/>
          </p15:clr>
        </p15:guide>
        <p15:guide id="6" orient="horz" pos="1005">
          <p15:clr>
            <a:srgbClr val="E46962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A_Title_Body_3">
  <p:cSld name="TITLE_1_1_1"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5" name="Google Shape;165;p20"/>
          <p:cNvSpPr txBox="1">
            <a:spLocks noGrp="1"/>
          </p:cNvSpPr>
          <p:nvPr>
            <p:ph type="subTitle" idx="1"/>
          </p:nvPr>
        </p:nvSpPr>
        <p:spPr>
          <a:xfrm>
            <a:off x="383075" y="2108650"/>
            <a:ext cx="2469000" cy="4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Quicksand SemiBold"/>
              <a:buNone/>
              <a:defRPr sz="1200">
                <a:latin typeface="Quicksand SemiBold"/>
                <a:ea typeface="Quicksand SemiBold"/>
                <a:cs typeface="Quicksand SemiBold"/>
                <a:sym typeface="Quicksand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Quicksand SemiBold"/>
              <a:buNone/>
              <a:defRPr sz="1200">
                <a:latin typeface="Quicksand SemiBold"/>
                <a:ea typeface="Quicksand SemiBold"/>
                <a:cs typeface="Quicksand SemiBold"/>
                <a:sym typeface="Quicksand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Quicksand SemiBold"/>
              <a:buNone/>
              <a:defRPr sz="1200">
                <a:latin typeface="Quicksand SemiBold"/>
                <a:ea typeface="Quicksand SemiBold"/>
                <a:cs typeface="Quicksand SemiBold"/>
                <a:sym typeface="Quicksand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Quicksand SemiBold"/>
              <a:buNone/>
              <a:defRPr sz="1200">
                <a:latin typeface="Quicksand SemiBold"/>
                <a:ea typeface="Quicksand SemiBold"/>
                <a:cs typeface="Quicksand SemiBold"/>
                <a:sym typeface="Quicksand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Quicksand SemiBold"/>
              <a:buNone/>
              <a:defRPr sz="1200">
                <a:latin typeface="Quicksand SemiBold"/>
                <a:ea typeface="Quicksand SemiBold"/>
                <a:cs typeface="Quicksand SemiBold"/>
                <a:sym typeface="Quicksand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Quicksand SemiBold"/>
              <a:buNone/>
              <a:defRPr sz="1200">
                <a:latin typeface="Quicksand SemiBold"/>
                <a:ea typeface="Quicksand SemiBold"/>
                <a:cs typeface="Quicksand SemiBold"/>
                <a:sym typeface="Quicksand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Quicksand SemiBold"/>
              <a:buNone/>
              <a:defRPr sz="1200">
                <a:latin typeface="Quicksand SemiBold"/>
                <a:ea typeface="Quicksand SemiBold"/>
                <a:cs typeface="Quicksand SemiBold"/>
                <a:sym typeface="Quicksand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Quicksand SemiBold"/>
              <a:buNone/>
              <a:defRPr sz="1200">
                <a:latin typeface="Quicksand SemiBold"/>
                <a:ea typeface="Quicksand SemiBold"/>
                <a:cs typeface="Quicksand SemiBold"/>
                <a:sym typeface="Quicksand SemiBold"/>
              </a:defRPr>
            </a:lvl9pPr>
          </a:lstStyle>
          <a:p>
            <a:endParaRPr/>
          </a:p>
        </p:txBody>
      </p:sp>
      <p:sp>
        <p:nvSpPr>
          <p:cNvPr id="166" name="Google Shape;166;p20"/>
          <p:cNvSpPr txBox="1">
            <a:spLocks noGrp="1"/>
          </p:cNvSpPr>
          <p:nvPr>
            <p:ph type="subTitle" idx="2"/>
          </p:nvPr>
        </p:nvSpPr>
        <p:spPr>
          <a:xfrm>
            <a:off x="3284763" y="2108650"/>
            <a:ext cx="2469000" cy="39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Quicksand SemiBold"/>
              <a:buNone/>
              <a:defRPr sz="1200">
                <a:latin typeface="Quicksand SemiBold"/>
                <a:ea typeface="Quicksand SemiBold"/>
                <a:cs typeface="Quicksand SemiBold"/>
                <a:sym typeface="Quicksand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Quicksand SemiBold"/>
              <a:buNone/>
              <a:defRPr sz="1200">
                <a:latin typeface="Quicksand SemiBold"/>
                <a:ea typeface="Quicksand SemiBold"/>
                <a:cs typeface="Quicksand SemiBold"/>
                <a:sym typeface="Quicksand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Quicksand SemiBold"/>
              <a:buNone/>
              <a:defRPr sz="1200">
                <a:latin typeface="Quicksand SemiBold"/>
                <a:ea typeface="Quicksand SemiBold"/>
                <a:cs typeface="Quicksand SemiBold"/>
                <a:sym typeface="Quicksand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Quicksand SemiBold"/>
              <a:buNone/>
              <a:defRPr sz="1200">
                <a:latin typeface="Quicksand SemiBold"/>
                <a:ea typeface="Quicksand SemiBold"/>
                <a:cs typeface="Quicksand SemiBold"/>
                <a:sym typeface="Quicksand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Quicksand SemiBold"/>
              <a:buNone/>
              <a:defRPr sz="1200">
                <a:latin typeface="Quicksand SemiBold"/>
                <a:ea typeface="Quicksand SemiBold"/>
                <a:cs typeface="Quicksand SemiBold"/>
                <a:sym typeface="Quicksand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Quicksand SemiBold"/>
              <a:buNone/>
              <a:defRPr sz="1200">
                <a:latin typeface="Quicksand SemiBold"/>
                <a:ea typeface="Quicksand SemiBold"/>
                <a:cs typeface="Quicksand SemiBold"/>
                <a:sym typeface="Quicksand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Quicksand SemiBold"/>
              <a:buNone/>
              <a:defRPr sz="1200">
                <a:latin typeface="Quicksand SemiBold"/>
                <a:ea typeface="Quicksand SemiBold"/>
                <a:cs typeface="Quicksand SemiBold"/>
                <a:sym typeface="Quicksand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Quicksand SemiBold"/>
              <a:buNone/>
              <a:defRPr sz="1200">
                <a:latin typeface="Quicksand SemiBold"/>
                <a:ea typeface="Quicksand SemiBold"/>
                <a:cs typeface="Quicksand SemiBold"/>
                <a:sym typeface="Quicksand SemiBold"/>
              </a:defRPr>
            </a:lvl9pPr>
          </a:lstStyle>
          <a:p>
            <a:endParaRPr/>
          </a:p>
        </p:txBody>
      </p:sp>
      <p:sp>
        <p:nvSpPr>
          <p:cNvPr id="167" name="Google Shape;167;p20"/>
          <p:cNvSpPr txBox="1">
            <a:spLocks noGrp="1"/>
          </p:cNvSpPr>
          <p:nvPr>
            <p:ph type="title"/>
          </p:nvPr>
        </p:nvSpPr>
        <p:spPr>
          <a:xfrm>
            <a:off x="383075" y="575350"/>
            <a:ext cx="7753500" cy="636000"/>
          </a:xfrm>
          <a:prstGeom prst="rect">
            <a:avLst/>
          </a:prstGeom>
        </p:spPr>
        <p:txBody>
          <a:bodyPr spcFirstLastPara="1" wrap="square" lIns="34275" tIns="34275" rIns="34275" bIns="34275" anchor="ctr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500"/>
              <a:buNone/>
              <a:defRPr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500"/>
              <a:buNone/>
              <a:defRPr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500"/>
              <a:buNone/>
              <a:defRPr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500"/>
              <a:buNone/>
              <a:defRPr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500"/>
              <a:buNone/>
              <a:defRPr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500"/>
              <a:buNone/>
              <a:defRPr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500"/>
              <a:buNone/>
              <a:defRPr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500"/>
              <a:buNone/>
              <a:defRPr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68" name="Google Shape;168;p20"/>
          <p:cNvSpPr txBox="1">
            <a:spLocks noGrp="1"/>
          </p:cNvSpPr>
          <p:nvPr>
            <p:ph type="subTitle" idx="3"/>
          </p:nvPr>
        </p:nvSpPr>
        <p:spPr>
          <a:xfrm>
            <a:off x="6186450" y="2108650"/>
            <a:ext cx="2469000" cy="39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Quicksand SemiBold"/>
              <a:buNone/>
              <a:defRPr sz="1200">
                <a:latin typeface="Quicksand SemiBold"/>
                <a:ea typeface="Quicksand SemiBold"/>
                <a:cs typeface="Quicksand SemiBold"/>
                <a:sym typeface="Quicksand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Quicksand SemiBold"/>
              <a:buNone/>
              <a:defRPr sz="1200">
                <a:latin typeface="Quicksand SemiBold"/>
                <a:ea typeface="Quicksand SemiBold"/>
                <a:cs typeface="Quicksand SemiBold"/>
                <a:sym typeface="Quicksand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Quicksand SemiBold"/>
              <a:buNone/>
              <a:defRPr sz="1200">
                <a:latin typeface="Quicksand SemiBold"/>
                <a:ea typeface="Quicksand SemiBold"/>
                <a:cs typeface="Quicksand SemiBold"/>
                <a:sym typeface="Quicksand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Quicksand SemiBold"/>
              <a:buNone/>
              <a:defRPr sz="1200">
                <a:latin typeface="Quicksand SemiBold"/>
                <a:ea typeface="Quicksand SemiBold"/>
                <a:cs typeface="Quicksand SemiBold"/>
                <a:sym typeface="Quicksand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Quicksand SemiBold"/>
              <a:buNone/>
              <a:defRPr sz="1200">
                <a:latin typeface="Quicksand SemiBold"/>
                <a:ea typeface="Quicksand SemiBold"/>
                <a:cs typeface="Quicksand SemiBold"/>
                <a:sym typeface="Quicksand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Quicksand SemiBold"/>
              <a:buNone/>
              <a:defRPr sz="1200">
                <a:latin typeface="Quicksand SemiBold"/>
                <a:ea typeface="Quicksand SemiBold"/>
                <a:cs typeface="Quicksand SemiBold"/>
                <a:sym typeface="Quicksand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Quicksand SemiBold"/>
              <a:buNone/>
              <a:defRPr sz="1200">
                <a:latin typeface="Quicksand SemiBold"/>
                <a:ea typeface="Quicksand SemiBold"/>
                <a:cs typeface="Quicksand SemiBold"/>
                <a:sym typeface="Quicksand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Quicksand SemiBold"/>
              <a:buNone/>
              <a:defRPr sz="1200">
                <a:latin typeface="Quicksand SemiBold"/>
                <a:ea typeface="Quicksand SemiBold"/>
                <a:cs typeface="Quicksand SemiBold"/>
                <a:sym typeface="Quicksand SemiBold"/>
              </a:defRPr>
            </a:lvl9pPr>
          </a:lstStyle>
          <a:p>
            <a:endParaRPr/>
          </a:p>
        </p:txBody>
      </p:sp>
      <p:pic>
        <p:nvPicPr>
          <p:cNvPr id="169" name="Google Shape;169;p20" descr=" 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132554" y="4575543"/>
            <a:ext cx="227910" cy="232497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20"/>
          <p:cNvSpPr/>
          <p:nvPr/>
        </p:nvSpPr>
        <p:spPr>
          <a:xfrm>
            <a:off x="2375477" y="3771025"/>
            <a:ext cx="133200" cy="133500"/>
          </a:xfrm>
          <a:prstGeom prst="ellipse">
            <a:avLst/>
          </a:prstGeom>
          <a:noFill/>
          <a:ln w="508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71" name="Google Shape;171;p20" descr=" 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29991" y="4415767"/>
            <a:ext cx="183322" cy="163263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20"/>
          <p:cNvSpPr/>
          <p:nvPr/>
        </p:nvSpPr>
        <p:spPr>
          <a:xfrm>
            <a:off x="5790192" y="4566363"/>
            <a:ext cx="66600" cy="66600"/>
          </a:xfrm>
          <a:prstGeom prst="ellipse">
            <a:avLst/>
          </a:prstGeom>
          <a:noFill/>
          <a:ln w="50800" cap="flat" cmpd="sng">
            <a:solidFill>
              <a:srgbClr val="FF8B7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73" name="Google Shape;173;p20" descr=" 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628015" y="4485400"/>
            <a:ext cx="9525" cy="119048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20" descr=" 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561340" y="4541359"/>
            <a:ext cx="126206" cy="9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20" descr=" 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590510" y="4502590"/>
            <a:ext cx="76200" cy="7619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20" descr=" 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575628" y="4513975"/>
            <a:ext cx="110575" cy="6785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20" descr=" 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166556" y="3723400"/>
            <a:ext cx="9525" cy="119048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20" descr=" 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7099881" y="3779359"/>
            <a:ext cx="126206" cy="9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20" descr=" 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7129051" y="3740590"/>
            <a:ext cx="76200" cy="7619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20" descr=" 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7114168" y="3751975"/>
            <a:ext cx="110575" cy="6785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20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 rot="-1679081">
            <a:off x="7763299" y="-1902612"/>
            <a:ext cx="3091850" cy="3060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20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-1091425" y="3570450"/>
            <a:ext cx="2524951" cy="25042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3" name="Google Shape;183;p20"/>
          <p:cNvGrpSpPr/>
          <p:nvPr/>
        </p:nvGrpSpPr>
        <p:grpSpPr>
          <a:xfrm>
            <a:off x="1373880" y="1645513"/>
            <a:ext cx="487389" cy="442988"/>
            <a:chOff x="1328739" y="2128838"/>
            <a:chExt cx="487389" cy="442988"/>
          </a:xfrm>
        </p:grpSpPr>
        <p:pic>
          <p:nvPicPr>
            <p:cNvPr id="184" name="Google Shape;184;p20" descr=" "/>
            <p:cNvPicPr preferRelativeResize="0"/>
            <p:nvPr/>
          </p:nvPicPr>
          <p:blipFill rotWithShape="1">
            <a:blip r:embed="rId14">
              <a:alphaModFix/>
            </a:blip>
            <a:srcRect/>
            <a:stretch/>
          </p:blipFill>
          <p:spPr>
            <a:xfrm>
              <a:off x="1328739" y="2128838"/>
              <a:ext cx="487389" cy="42857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5" name="Google Shape;185;p20"/>
            <p:cNvSpPr/>
            <p:nvPr/>
          </p:nvSpPr>
          <p:spPr>
            <a:xfrm>
              <a:off x="1404939" y="2219325"/>
              <a:ext cx="328500" cy="35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Balsamiq Sans"/>
                <a:buNone/>
              </a:pPr>
              <a:r>
                <a:rPr lang="en" sz="1800" b="1" i="0" u="none" strike="noStrike" cap="none">
                  <a:solidFill>
                    <a:srgbClr val="FFFFFF"/>
                  </a:solidFill>
                  <a:latin typeface="Balsamiq Sans"/>
                  <a:ea typeface="Balsamiq Sans"/>
                  <a:cs typeface="Balsamiq Sans"/>
                  <a:sym typeface="Balsamiq Sans"/>
                </a:rPr>
                <a:t>01</a:t>
              </a: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6" name="Google Shape;186;p20"/>
          <p:cNvGrpSpPr/>
          <p:nvPr/>
        </p:nvGrpSpPr>
        <p:grpSpPr>
          <a:xfrm>
            <a:off x="4300004" y="1604788"/>
            <a:ext cx="438518" cy="442988"/>
            <a:chOff x="4343404" y="2128838"/>
            <a:chExt cx="438518" cy="442988"/>
          </a:xfrm>
        </p:grpSpPr>
        <p:pic>
          <p:nvPicPr>
            <p:cNvPr id="187" name="Google Shape;187;p20" descr=" "/>
            <p:cNvPicPr preferRelativeResize="0"/>
            <p:nvPr/>
          </p:nvPicPr>
          <p:blipFill rotWithShape="1">
            <a:blip r:embed="rId15">
              <a:alphaModFix/>
            </a:blip>
            <a:srcRect/>
            <a:stretch/>
          </p:blipFill>
          <p:spPr>
            <a:xfrm>
              <a:off x="4343404" y="2128838"/>
              <a:ext cx="438518" cy="42857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8" name="Google Shape;188;p20"/>
            <p:cNvSpPr/>
            <p:nvPr/>
          </p:nvSpPr>
          <p:spPr>
            <a:xfrm>
              <a:off x="4376742" y="2219325"/>
              <a:ext cx="366600" cy="35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Balsamiq Sans"/>
                <a:buNone/>
              </a:pPr>
              <a:r>
                <a:rPr lang="en" sz="1800" b="1" i="0" u="none" strike="noStrike" cap="none">
                  <a:solidFill>
                    <a:srgbClr val="FFFFFF"/>
                  </a:solidFill>
                  <a:latin typeface="Balsamiq Sans"/>
                  <a:ea typeface="Balsamiq Sans"/>
                  <a:cs typeface="Balsamiq Sans"/>
                  <a:sym typeface="Balsamiq Sans"/>
                </a:rPr>
                <a:t>02</a:t>
              </a: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9" name="Google Shape;189;p20"/>
          <p:cNvGrpSpPr/>
          <p:nvPr/>
        </p:nvGrpSpPr>
        <p:grpSpPr>
          <a:xfrm>
            <a:off x="7194750" y="1568113"/>
            <a:ext cx="452400" cy="516325"/>
            <a:chOff x="1319214" y="3319463"/>
            <a:chExt cx="452400" cy="516325"/>
          </a:xfrm>
        </p:grpSpPr>
        <p:pic>
          <p:nvPicPr>
            <p:cNvPr id="190" name="Google Shape;190;p20" descr=" "/>
            <p:cNvPicPr preferRelativeResize="0"/>
            <p:nvPr/>
          </p:nvPicPr>
          <p:blipFill rotWithShape="1">
            <a:blip r:embed="rId16">
              <a:alphaModFix/>
            </a:blip>
            <a:srcRect/>
            <a:stretch/>
          </p:blipFill>
          <p:spPr>
            <a:xfrm>
              <a:off x="1325814" y="3319463"/>
              <a:ext cx="439200" cy="442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1" name="Google Shape;191;p20"/>
            <p:cNvSpPr/>
            <p:nvPr/>
          </p:nvSpPr>
          <p:spPr>
            <a:xfrm>
              <a:off x="1319214" y="3397488"/>
              <a:ext cx="452400" cy="438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200"/>
                <a:buFont typeface="Balsamiq Sans"/>
                <a:buNone/>
              </a:pPr>
              <a:r>
                <a:rPr lang="en" sz="1800" b="1" i="0" u="none" strike="noStrike" cap="none">
                  <a:solidFill>
                    <a:srgbClr val="FFFFFF"/>
                  </a:solidFill>
                  <a:latin typeface="Balsamiq Sans"/>
                  <a:ea typeface="Balsamiq Sans"/>
                  <a:cs typeface="Balsamiq Sans"/>
                  <a:sym typeface="Balsamiq Sans"/>
                </a:rPr>
                <a:t>03</a:t>
              </a: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E46962"/>
          </p15:clr>
        </p15:guide>
        <p15:guide id="2" pos="2880">
          <p15:clr>
            <a:srgbClr val="E46962"/>
          </p15:clr>
        </p15:guide>
        <p15:guide id="3" orient="horz" pos="628">
          <p15:clr>
            <a:srgbClr val="E46962"/>
          </p15:clr>
        </p15:guide>
        <p15:guide id="4" pos="5328">
          <p15:clr>
            <a:srgbClr val="E46962"/>
          </p15:clr>
        </p15:guide>
        <p15:guide id="5" pos="288">
          <p15:clr>
            <a:srgbClr val="E46962"/>
          </p15:clr>
        </p15:guide>
        <p15:guide id="6" pos="1758">
          <p15:clr>
            <a:srgbClr val="E46962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A_Title_Body_1_no_image">
  <p:cSld name="TITLE_1_1_1_2">
    <p:bg>
      <p:bgPr>
        <a:solidFill>
          <a:schemeClr val="lt2"/>
        </a:solidFill>
        <a:effectLst/>
      </p:bgPr>
    </p:bg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4" name="Google Shape;194;p21"/>
          <p:cNvSpPr txBox="1">
            <a:spLocks noGrp="1"/>
          </p:cNvSpPr>
          <p:nvPr>
            <p:ph type="subTitle" idx="1"/>
          </p:nvPr>
        </p:nvSpPr>
        <p:spPr>
          <a:xfrm>
            <a:off x="383075" y="1631475"/>
            <a:ext cx="7753500" cy="4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95" name="Google Shape;195;p21"/>
          <p:cNvSpPr txBox="1">
            <a:spLocks noGrp="1"/>
          </p:cNvSpPr>
          <p:nvPr>
            <p:ph type="title"/>
          </p:nvPr>
        </p:nvSpPr>
        <p:spPr>
          <a:xfrm>
            <a:off x="383075" y="900950"/>
            <a:ext cx="7753500" cy="636000"/>
          </a:xfrm>
          <a:prstGeom prst="rect">
            <a:avLst/>
          </a:prstGeom>
        </p:spPr>
        <p:txBody>
          <a:bodyPr spcFirstLastPara="1" wrap="square" lIns="34275" tIns="34275" rIns="34275" bIns="34275" anchor="ctr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500"/>
              <a:buNone/>
              <a:defRPr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500"/>
              <a:buNone/>
              <a:defRPr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500"/>
              <a:buNone/>
              <a:defRPr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500"/>
              <a:buNone/>
              <a:defRPr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500"/>
              <a:buNone/>
              <a:defRPr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500"/>
              <a:buNone/>
              <a:defRPr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500"/>
              <a:buNone/>
              <a:defRPr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500"/>
              <a:buNone/>
              <a:defRPr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E46962"/>
          </p15:clr>
        </p15:guide>
        <p15:guide id="2" pos="2880">
          <p15:clr>
            <a:srgbClr val="E46962"/>
          </p15:clr>
        </p15:guide>
        <p15:guide id="3" orient="horz" pos="628">
          <p15:clr>
            <a:srgbClr val="E46962"/>
          </p15:clr>
        </p15:guide>
        <p15:guide id="4" pos="5328">
          <p15:clr>
            <a:srgbClr val="E46962"/>
          </p15:clr>
        </p15:guide>
        <p15:guide id="5" pos="288">
          <p15:clr>
            <a:srgbClr val="E46962"/>
          </p15:clr>
        </p15:guide>
        <p15:guide id="6" pos="1758">
          <p15:clr>
            <a:srgbClr val="E46962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A_Outro_1">
  <p:cSld name="TITLE_1_1_1_1"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8" name="Google Shape;198;p22"/>
          <p:cNvSpPr txBox="1">
            <a:spLocks noGrp="1"/>
          </p:cNvSpPr>
          <p:nvPr>
            <p:ph type="title"/>
          </p:nvPr>
        </p:nvSpPr>
        <p:spPr>
          <a:xfrm>
            <a:off x="530400" y="2208300"/>
            <a:ext cx="8083200" cy="726900"/>
          </a:xfrm>
          <a:prstGeom prst="rect">
            <a:avLst/>
          </a:prstGeom>
        </p:spPr>
        <p:txBody>
          <a:bodyPr spcFirstLastPara="1" wrap="square" lIns="34275" tIns="34275" rIns="34275" bIns="34275" anchor="ctr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500"/>
              <a:buNone/>
              <a:defRPr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500"/>
              <a:buNone/>
              <a:defRPr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500"/>
              <a:buNone/>
              <a:defRPr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500"/>
              <a:buNone/>
              <a:defRPr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500"/>
              <a:buNone/>
              <a:defRPr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500"/>
              <a:buNone/>
              <a:defRPr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500"/>
              <a:buNone/>
              <a:defRPr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500"/>
              <a:buNone/>
              <a:defRPr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pic>
        <p:nvPicPr>
          <p:cNvPr id="199" name="Google Shape;199;p22" descr=" 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319179" y="1033118"/>
            <a:ext cx="227910" cy="232497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22"/>
          <p:cNvSpPr/>
          <p:nvPr/>
        </p:nvSpPr>
        <p:spPr>
          <a:xfrm>
            <a:off x="1562102" y="228600"/>
            <a:ext cx="133200" cy="133500"/>
          </a:xfrm>
          <a:prstGeom prst="ellipse">
            <a:avLst/>
          </a:prstGeom>
          <a:noFill/>
          <a:ln w="508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p22"/>
          <p:cNvSpPr/>
          <p:nvPr/>
        </p:nvSpPr>
        <p:spPr>
          <a:xfrm>
            <a:off x="8729671" y="228600"/>
            <a:ext cx="133200" cy="133500"/>
          </a:xfrm>
          <a:prstGeom prst="ellipse">
            <a:avLst/>
          </a:prstGeom>
          <a:noFill/>
          <a:ln w="508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02" name="Google Shape;202;p22" descr=" 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148512" y="1133466"/>
            <a:ext cx="151216" cy="300103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22" descr=" 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916616" y="873342"/>
            <a:ext cx="183322" cy="163263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2"/>
          <p:cNvSpPr/>
          <p:nvPr/>
        </p:nvSpPr>
        <p:spPr>
          <a:xfrm>
            <a:off x="4976817" y="1023938"/>
            <a:ext cx="66600" cy="66600"/>
          </a:xfrm>
          <a:prstGeom prst="ellipse">
            <a:avLst/>
          </a:prstGeom>
          <a:noFill/>
          <a:ln w="50800" cap="flat" cmpd="sng">
            <a:solidFill>
              <a:srgbClr val="FF8B7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05" name="Google Shape;205;p22" descr=" 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814640" y="942975"/>
            <a:ext cx="9525" cy="119048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22" descr=" 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747965" y="998934"/>
            <a:ext cx="126206" cy="9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22" descr=" 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777135" y="960165"/>
            <a:ext cx="76200" cy="7619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22" descr=" 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2762253" y="971550"/>
            <a:ext cx="110575" cy="6785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22" descr=" 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353181" y="180975"/>
            <a:ext cx="9525" cy="119048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22" descr=" 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286506" y="236934"/>
            <a:ext cx="126206" cy="9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22" descr=" 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6315676" y="198165"/>
            <a:ext cx="76200" cy="76191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22" descr=" 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6300793" y="209550"/>
            <a:ext cx="110575" cy="67857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p22" descr=" 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200025" y="4019550"/>
            <a:ext cx="938213" cy="1123811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2"/>
          <p:cNvSpPr/>
          <p:nvPr/>
        </p:nvSpPr>
        <p:spPr>
          <a:xfrm>
            <a:off x="438150" y="3100388"/>
            <a:ext cx="133200" cy="133500"/>
          </a:xfrm>
          <a:prstGeom prst="ellipse">
            <a:avLst/>
          </a:prstGeom>
          <a:noFill/>
          <a:ln w="50800" cap="flat" cmpd="sng">
            <a:solidFill>
              <a:srgbClr val="FE6E0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22"/>
          <p:cNvSpPr/>
          <p:nvPr/>
        </p:nvSpPr>
        <p:spPr>
          <a:xfrm>
            <a:off x="452439" y="2071688"/>
            <a:ext cx="66600" cy="66600"/>
          </a:xfrm>
          <a:prstGeom prst="ellipse">
            <a:avLst/>
          </a:prstGeom>
          <a:noFill/>
          <a:ln w="50800" cap="flat" cmpd="sng">
            <a:solidFill>
              <a:srgbClr val="FF8B7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p22"/>
          <p:cNvSpPr txBox="1">
            <a:spLocks noGrp="1"/>
          </p:cNvSpPr>
          <p:nvPr>
            <p:ph type="sldNum" idx="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17" name="Google Shape;217;p22" descr=" 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4508203" y="4354292"/>
            <a:ext cx="117804" cy="93883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22"/>
          <p:cNvSpPr/>
          <p:nvPr/>
        </p:nvSpPr>
        <p:spPr>
          <a:xfrm>
            <a:off x="2847978" y="4824413"/>
            <a:ext cx="76200" cy="76200"/>
          </a:xfrm>
          <a:prstGeom prst="ellipse">
            <a:avLst/>
          </a:prstGeom>
          <a:noFill/>
          <a:ln w="50800" cap="flat" cmpd="sng">
            <a:solidFill>
              <a:srgbClr val="FDB20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19" name="Google Shape;219;p22" descr=" 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6119818" y="4248150"/>
            <a:ext cx="9525" cy="119048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22" descr=" 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6053143" y="4304109"/>
            <a:ext cx="126206" cy="9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22" descr=" "/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6082314" y="4265340"/>
            <a:ext cx="76200" cy="76191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22" descr=" "/>
          <p:cNvPicPr preferRelativeResize="0"/>
          <p:nvPr/>
        </p:nvPicPr>
        <p:blipFill rotWithShape="1">
          <a:blip r:embed="rId18">
            <a:alphaModFix/>
          </a:blip>
          <a:srcRect/>
          <a:stretch/>
        </p:blipFill>
        <p:spPr>
          <a:xfrm>
            <a:off x="6067431" y="4276725"/>
            <a:ext cx="110575" cy="67857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22"/>
          <p:cNvSpPr txBox="1">
            <a:spLocks noGrp="1"/>
          </p:cNvSpPr>
          <p:nvPr>
            <p:ph type="sldNum" idx="3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24" name="Google Shape;224;p22" descr=" "/>
          <p:cNvPicPr preferRelativeResize="0"/>
          <p:nvPr/>
        </p:nvPicPr>
        <p:blipFill rotWithShape="1">
          <a:blip r:embed="rId19">
            <a:alphaModFix/>
          </a:blip>
          <a:srcRect/>
          <a:stretch/>
        </p:blipFill>
        <p:spPr>
          <a:xfrm>
            <a:off x="8472449" y="3635278"/>
            <a:ext cx="247715" cy="202697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22" descr=" "/>
          <p:cNvPicPr preferRelativeResize="0"/>
          <p:nvPr/>
        </p:nvPicPr>
        <p:blipFill rotWithShape="1">
          <a:blip r:embed="rId20">
            <a:alphaModFix/>
          </a:blip>
          <a:srcRect/>
          <a:stretch/>
        </p:blipFill>
        <p:spPr>
          <a:xfrm>
            <a:off x="4725542" y="3837968"/>
            <a:ext cx="1043003" cy="4884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E46962"/>
          </p15:clr>
        </p15:guide>
        <p15:guide id="2" pos="3240">
          <p15:clr>
            <a:srgbClr val="E46962"/>
          </p15:clr>
        </p15:guide>
        <p15:guide id="3" pos="405">
          <p15:clr>
            <a:srgbClr val="E46962"/>
          </p15:clr>
        </p15:guide>
        <p15:guide id="4" orient="horz" pos="628">
          <p15:clr>
            <a:srgbClr val="E46962"/>
          </p15:clr>
        </p15:guide>
        <p15:guide id="5" pos="5328">
          <p15:clr>
            <a:srgbClr val="E46962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CUSTOM_1"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oints 3_1">
  <p:cSld name="Default Slide_1"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4"/>
          <p:cNvSpPr txBox="1">
            <a:spLocks noGrp="1"/>
          </p:cNvSpPr>
          <p:nvPr>
            <p:ph type="subTitle" idx="1"/>
          </p:nvPr>
        </p:nvSpPr>
        <p:spPr>
          <a:xfrm>
            <a:off x="6595075" y="2305850"/>
            <a:ext cx="2096100" cy="136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Font typeface="Open Sans Medium"/>
              <a:buNone/>
              <a:defRPr sz="1300">
                <a:latin typeface="Open Sans Medium"/>
                <a:ea typeface="Open Sans Medium"/>
                <a:cs typeface="Open Sans Medium"/>
                <a:sym typeface="Open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29" name="Google Shape;229;p24"/>
          <p:cNvSpPr txBox="1">
            <a:spLocks noGrp="1"/>
          </p:cNvSpPr>
          <p:nvPr>
            <p:ph type="title"/>
          </p:nvPr>
        </p:nvSpPr>
        <p:spPr>
          <a:xfrm>
            <a:off x="1730850" y="401725"/>
            <a:ext cx="5682300" cy="423600"/>
          </a:xfrm>
          <a:prstGeom prst="rect">
            <a:avLst/>
          </a:prstGeom>
        </p:spPr>
        <p:txBody>
          <a:bodyPr spcFirstLastPara="1" wrap="square" lIns="34275" tIns="34275" rIns="342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500"/>
              <a:buNone/>
              <a:defRPr>
                <a:latin typeface="Lato Light"/>
                <a:ea typeface="Lato Light"/>
                <a:cs typeface="Lato Light"/>
                <a:sym typeface="Lato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500"/>
              <a:buNone/>
              <a:defRPr>
                <a:latin typeface="Lato Light"/>
                <a:ea typeface="Lato Light"/>
                <a:cs typeface="Lato Light"/>
                <a:sym typeface="Lato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500"/>
              <a:buNone/>
              <a:defRPr>
                <a:latin typeface="Lato Light"/>
                <a:ea typeface="Lato Light"/>
                <a:cs typeface="Lato Light"/>
                <a:sym typeface="Lato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500"/>
              <a:buNone/>
              <a:defRPr>
                <a:latin typeface="Lato Light"/>
                <a:ea typeface="Lato Light"/>
                <a:cs typeface="Lato Light"/>
                <a:sym typeface="Lato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500"/>
              <a:buNone/>
              <a:defRPr>
                <a:latin typeface="Lato Light"/>
                <a:ea typeface="Lato Light"/>
                <a:cs typeface="Lato Light"/>
                <a:sym typeface="Lato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500"/>
              <a:buNone/>
              <a:defRPr>
                <a:latin typeface="Lato Light"/>
                <a:ea typeface="Lato Light"/>
                <a:cs typeface="Lato Light"/>
                <a:sym typeface="Lato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500"/>
              <a:buNone/>
              <a:defRPr>
                <a:latin typeface="Lato Light"/>
                <a:ea typeface="Lato Light"/>
                <a:cs typeface="Lato Light"/>
                <a:sym typeface="Lato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500"/>
              <a:buNone/>
              <a:defRPr>
                <a:latin typeface="Lato Light"/>
                <a:ea typeface="Lato Light"/>
                <a:cs typeface="Lato Light"/>
                <a:sym typeface="Lato Light"/>
              </a:defRPr>
            </a:lvl9pPr>
          </a:lstStyle>
          <a:p>
            <a:endParaRPr/>
          </a:p>
        </p:txBody>
      </p:sp>
      <p:sp>
        <p:nvSpPr>
          <p:cNvPr id="230" name="Google Shape;230;p24"/>
          <p:cNvSpPr txBox="1">
            <a:spLocks noGrp="1"/>
          </p:cNvSpPr>
          <p:nvPr>
            <p:ph type="subTitle" idx="2"/>
          </p:nvPr>
        </p:nvSpPr>
        <p:spPr>
          <a:xfrm>
            <a:off x="467425" y="1394975"/>
            <a:ext cx="2198400" cy="82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300"/>
              <a:buFont typeface="Open Sans Medium"/>
              <a:buNone/>
              <a:defRPr sz="1300">
                <a:latin typeface="Open Sans Medium"/>
                <a:ea typeface="Open Sans Medium"/>
                <a:cs typeface="Open Sans Medium"/>
                <a:sym typeface="Open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31" name="Google Shape;231;p24"/>
          <p:cNvSpPr txBox="1">
            <a:spLocks noGrp="1"/>
          </p:cNvSpPr>
          <p:nvPr>
            <p:ph type="subTitle" idx="3"/>
          </p:nvPr>
        </p:nvSpPr>
        <p:spPr>
          <a:xfrm>
            <a:off x="456700" y="3405075"/>
            <a:ext cx="2361600" cy="88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300"/>
              <a:buFont typeface="Open Sans Medium"/>
              <a:buNone/>
              <a:defRPr sz="1300">
                <a:latin typeface="Open Sans Medium"/>
                <a:ea typeface="Open Sans Medium"/>
                <a:cs typeface="Open Sans Medium"/>
                <a:sym typeface="Open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32" name="Google Shape;232;p24"/>
          <p:cNvSpPr/>
          <p:nvPr/>
        </p:nvSpPr>
        <p:spPr>
          <a:xfrm>
            <a:off x="4097288" y="1312051"/>
            <a:ext cx="2066887" cy="2072038"/>
          </a:xfrm>
          <a:custGeom>
            <a:avLst/>
            <a:gdLst/>
            <a:ahLst/>
            <a:cxnLst/>
            <a:rect l="l" t="t" r="r" b="b"/>
            <a:pathLst>
              <a:path w="958" h="1016" extrusionOk="0">
                <a:moveTo>
                  <a:pt x="453" y="0"/>
                </a:moveTo>
                <a:cubicBezTo>
                  <a:pt x="367" y="0"/>
                  <a:pt x="286" y="22"/>
                  <a:pt x="215" y="59"/>
                </a:cubicBezTo>
                <a:cubicBezTo>
                  <a:pt x="247" y="76"/>
                  <a:pt x="276" y="96"/>
                  <a:pt x="304" y="119"/>
                </a:cubicBezTo>
                <a:cubicBezTo>
                  <a:pt x="416" y="212"/>
                  <a:pt x="497" y="358"/>
                  <a:pt x="486" y="514"/>
                </a:cubicBezTo>
                <a:cubicBezTo>
                  <a:pt x="480" y="602"/>
                  <a:pt x="481" y="677"/>
                  <a:pt x="410" y="778"/>
                </a:cubicBezTo>
                <a:cubicBezTo>
                  <a:pt x="154" y="1002"/>
                  <a:pt x="0" y="732"/>
                  <a:pt x="0" y="732"/>
                </a:cubicBezTo>
                <a:cubicBezTo>
                  <a:pt x="27" y="877"/>
                  <a:pt x="209" y="960"/>
                  <a:pt x="209" y="960"/>
                </a:cubicBezTo>
                <a:cubicBezTo>
                  <a:pt x="278" y="996"/>
                  <a:pt x="370" y="1016"/>
                  <a:pt x="454" y="1016"/>
                </a:cubicBezTo>
                <a:cubicBezTo>
                  <a:pt x="553" y="1016"/>
                  <a:pt x="644" y="982"/>
                  <a:pt x="722" y="933"/>
                </a:cubicBezTo>
                <a:cubicBezTo>
                  <a:pt x="864" y="843"/>
                  <a:pt x="958" y="685"/>
                  <a:pt x="958" y="505"/>
                </a:cubicBezTo>
                <a:cubicBezTo>
                  <a:pt x="958" y="226"/>
                  <a:pt x="732" y="0"/>
                  <a:pt x="453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109550" tIns="54775" rIns="109550" bIns="547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200">
              <a:solidFill>
                <a:schemeClr val="dk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233" name="Google Shape;233;p24"/>
          <p:cNvSpPr/>
          <p:nvPr/>
        </p:nvSpPr>
        <p:spPr>
          <a:xfrm>
            <a:off x="2979825" y="1320666"/>
            <a:ext cx="2197264" cy="1922987"/>
          </a:xfrm>
          <a:custGeom>
            <a:avLst/>
            <a:gdLst/>
            <a:ahLst/>
            <a:cxnLst/>
            <a:rect l="l" t="t" r="r" b="b"/>
            <a:pathLst>
              <a:path w="1018" h="943" extrusionOk="0">
                <a:moveTo>
                  <a:pt x="692" y="395"/>
                </a:moveTo>
                <a:cubicBezTo>
                  <a:pt x="692" y="395"/>
                  <a:pt x="694" y="397"/>
                  <a:pt x="694" y="397"/>
                </a:cubicBezTo>
                <a:cubicBezTo>
                  <a:pt x="694" y="397"/>
                  <a:pt x="694" y="397"/>
                  <a:pt x="694" y="397"/>
                </a:cubicBezTo>
                <a:cubicBezTo>
                  <a:pt x="708" y="394"/>
                  <a:pt x="723" y="393"/>
                  <a:pt x="739" y="393"/>
                </a:cubicBezTo>
                <a:cubicBezTo>
                  <a:pt x="868" y="393"/>
                  <a:pt x="972" y="498"/>
                  <a:pt x="972" y="627"/>
                </a:cubicBezTo>
                <a:cubicBezTo>
                  <a:pt x="972" y="706"/>
                  <a:pt x="933" y="776"/>
                  <a:pt x="872" y="818"/>
                </a:cubicBezTo>
                <a:cubicBezTo>
                  <a:pt x="872" y="818"/>
                  <a:pt x="872" y="818"/>
                  <a:pt x="872" y="818"/>
                </a:cubicBezTo>
                <a:cubicBezTo>
                  <a:pt x="891" y="806"/>
                  <a:pt x="911" y="792"/>
                  <a:pt x="931" y="774"/>
                </a:cubicBezTo>
                <a:cubicBezTo>
                  <a:pt x="1002" y="673"/>
                  <a:pt x="1001" y="598"/>
                  <a:pt x="1007" y="510"/>
                </a:cubicBezTo>
                <a:cubicBezTo>
                  <a:pt x="1018" y="354"/>
                  <a:pt x="937" y="208"/>
                  <a:pt x="825" y="115"/>
                </a:cubicBezTo>
                <a:cubicBezTo>
                  <a:pt x="797" y="92"/>
                  <a:pt x="768" y="72"/>
                  <a:pt x="736" y="55"/>
                </a:cubicBezTo>
                <a:cubicBezTo>
                  <a:pt x="735" y="56"/>
                  <a:pt x="735" y="56"/>
                  <a:pt x="735" y="56"/>
                </a:cubicBezTo>
                <a:cubicBezTo>
                  <a:pt x="666" y="20"/>
                  <a:pt x="588" y="0"/>
                  <a:pt x="504" y="0"/>
                </a:cubicBezTo>
                <a:cubicBezTo>
                  <a:pt x="226" y="0"/>
                  <a:pt x="0" y="226"/>
                  <a:pt x="0" y="504"/>
                </a:cubicBezTo>
                <a:cubicBezTo>
                  <a:pt x="0" y="685"/>
                  <a:pt x="95" y="843"/>
                  <a:pt x="237" y="932"/>
                </a:cubicBezTo>
                <a:cubicBezTo>
                  <a:pt x="244" y="936"/>
                  <a:pt x="250" y="940"/>
                  <a:pt x="257" y="943"/>
                </a:cubicBezTo>
                <a:cubicBezTo>
                  <a:pt x="256" y="928"/>
                  <a:pt x="255" y="913"/>
                  <a:pt x="255" y="898"/>
                </a:cubicBezTo>
                <a:cubicBezTo>
                  <a:pt x="255" y="643"/>
                  <a:pt x="449" y="433"/>
                  <a:pt x="692" y="395"/>
                </a:cubicBezTo>
                <a:close/>
                <a:moveTo>
                  <a:pt x="963" y="713"/>
                </a:moveTo>
                <a:cubicBezTo>
                  <a:pt x="963" y="714"/>
                  <a:pt x="963" y="714"/>
                  <a:pt x="963" y="714"/>
                </a:cubicBezTo>
                <a:cubicBezTo>
                  <a:pt x="963" y="714"/>
                  <a:pt x="963" y="713"/>
                  <a:pt x="963" y="713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09550" tIns="54775" rIns="109550" bIns="547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200">
              <a:solidFill>
                <a:schemeClr val="dk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234" name="Google Shape;234;p24"/>
          <p:cNvSpPr/>
          <p:nvPr/>
        </p:nvSpPr>
        <p:spPr>
          <a:xfrm>
            <a:off x="3522899" y="2126219"/>
            <a:ext cx="2201823" cy="2066006"/>
          </a:xfrm>
          <a:custGeom>
            <a:avLst/>
            <a:gdLst/>
            <a:ahLst/>
            <a:cxnLst/>
            <a:rect l="l" t="t" r="r" b="b"/>
            <a:pathLst>
              <a:path w="1020" h="1013" extrusionOk="0">
                <a:moveTo>
                  <a:pt x="325" y="421"/>
                </a:moveTo>
                <a:cubicBezTo>
                  <a:pt x="325" y="421"/>
                  <a:pt x="249" y="349"/>
                  <a:pt x="249" y="230"/>
                </a:cubicBezTo>
                <a:cubicBezTo>
                  <a:pt x="249" y="116"/>
                  <a:pt x="322" y="34"/>
                  <a:pt x="439" y="2"/>
                </a:cubicBezTo>
                <a:cubicBezTo>
                  <a:pt x="439" y="2"/>
                  <a:pt x="437" y="0"/>
                  <a:pt x="437" y="0"/>
                </a:cubicBezTo>
                <a:cubicBezTo>
                  <a:pt x="194" y="38"/>
                  <a:pt x="0" y="248"/>
                  <a:pt x="0" y="503"/>
                </a:cubicBezTo>
                <a:cubicBezTo>
                  <a:pt x="0" y="785"/>
                  <a:pt x="228" y="1013"/>
                  <a:pt x="510" y="1013"/>
                </a:cubicBezTo>
                <a:cubicBezTo>
                  <a:pt x="792" y="1013"/>
                  <a:pt x="1020" y="785"/>
                  <a:pt x="1020" y="503"/>
                </a:cubicBezTo>
                <a:cubicBezTo>
                  <a:pt x="1020" y="503"/>
                  <a:pt x="679" y="804"/>
                  <a:pt x="325" y="42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109550" tIns="54775" rIns="109550" bIns="547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200">
              <a:solidFill>
                <a:schemeClr val="dk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235" name="Google Shape;235;p24"/>
          <p:cNvSpPr txBox="1"/>
          <p:nvPr/>
        </p:nvSpPr>
        <p:spPr>
          <a:xfrm>
            <a:off x="3437328" y="1737425"/>
            <a:ext cx="532200" cy="38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300" tIns="17150" rIns="34300" bIns="171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 sz="500"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6" name="Google Shape;236;p24"/>
          <p:cNvSpPr txBox="1"/>
          <p:nvPr/>
        </p:nvSpPr>
        <p:spPr>
          <a:xfrm>
            <a:off x="5422878" y="2188350"/>
            <a:ext cx="532200" cy="38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300" tIns="17150" rIns="34300" bIns="171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02</a:t>
            </a:r>
            <a:endParaRPr sz="500"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7" name="Google Shape;237;p24"/>
          <p:cNvSpPr txBox="1"/>
          <p:nvPr/>
        </p:nvSpPr>
        <p:spPr>
          <a:xfrm>
            <a:off x="3969528" y="3405075"/>
            <a:ext cx="532200" cy="38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300" tIns="17150" rIns="34300" bIns="171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03</a:t>
            </a:r>
            <a:endParaRPr sz="500"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8" name="Google Shape;238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39" name="Google Shape;239;p24" descr=" 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472449" y="3635278"/>
            <a:ext cx="247715" cy="202697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p24" descr=" 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919717" y="4398393"/>
            <a:ext cx="1043003" cy="488477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1105500" y="-1450875"/>
            <a:ext cx="2471494" cy="2650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754950" y="3843499"/>
            <a:ext cx="2332475" cy="23992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oints 4_1">
  <p:cSld name="CUSTOM_1_1"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5"/>
          <p:cNvSpPr/>
          <p:nvPr/>
        </p:nvSpPr>
        <p:spPr>
          <a:xfrm>
            <a:off x="3036788" y="1364028"/>
            <a:ext cx="1519962" cy="1966570"/>
          </a:xfrm>
          <a:custGeom>
            <a:avLst/>
            <a:gdLst/>
            <a:ahLst/>
            <a:cxnLst/>
            <a:rect l="l" t="t" r="r" b="b"/>
            <a:pathLst>
              <a:path w="4983482" h="6447770" extrusionOk="0">
                <a:moveTo>
                  <a:pt x="4983482" y="0"/>
                </a:moveTo>
                <a:lnTo>
                  <a:pt x="4983482" y="1152"/>
                </a:lnTo>
                <a:lnTo>
                  <a:pt x="4884042" y="6173"/>
                </a:lnTo>
                <a:cubicBezTo>
                  <a:pt x="4168136" y="78877"/>
                  <a:pt x="3609474" y="683482"/>
                  <a:pt x="3609474" y="1418570"/>
                </a:cubicBezTo>
                <a:cubicBezTo>
                  <a:pt x="3609474" y="2107715"/>
                  <a:pt x="4100486" y="2682178"/>
                  <a:pt x="4751750" y="2811200"/>
                </a:cubicBezTo>
                <a:lnTo>
                  <a:pt x="4877001" y="2829915"/>
                </a:lnTo>
                <a:lnTo>
                  <a:pt x="4799835" y="2833812"/>
                </a:lnTo>
                <a:cubicBezTo>
                  <a:pt x="3688520" y="2946672"/>
                  <a:pt x="2821298" y="3885212"/>
                  <a:pt x="2821298" y="5026303"/>
                </a:cubicBezTo>
                <a:lnTo>
                  <a:pt x="2829563" y="5189982"/>
                </a:lnTo>
                <a:lnTo>
                  <a:pt x="2810610" y="5314168"/>
                </a:lnTo>
                <a:cubicBezTo>
                  <a:pt x="2678226" y="5961114"/>
                  <a:pt x="2105809" y="6447770"/>
                  <a:pt x="1419727" y="6447770"/>
                </a:cubicBezTo>
                <a:cubicBezTo>
                  <a:pt x="635633" y="6447770"/>
                  <a:pt x="0" y="5812137"/>
                  <a:pt x="0" y="5028043"/>
                </a:cubicBezTo>
                <a:lnTo>
                  <a:pt x="2309" y="4982324"/>
                </a:lnTo>
                <a:lnTo>
                  <a:pt x="1157" y="4982324"/>
                </a:lnTo>
                <a:lnTo>
                  <a:pt x="6545" y="4769242"/>
                </a:lnTo>
                <a:cubicBezTo>
                  <a:pt x="136898" y="2197684"/>
                  <a:pt x="2198840" y="135741"/>
                  <a:pt x="4770399" y="5388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34300" tIns="17150" rIns="34300" bIns="171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25"/>
          <p:cNvSpPr/>
          <p:nvPr/>
        </p:nvSpPr>
        <p:spPr>
          <a:xfrm>
            <a:off x="4138040" y="1363675"/>
            <a:ext cx="1966570" cy="1519962"/>
          </a:xfrm>
          <a:custGeom>
            <a:avLst/>
            <a:gdLst/>
            <a:ahLst/>
            <a:cxnLst/>
            <a:rect l="l" t="t" r="r" b="b"/>
            <a:pathLst>
              <a:path w="6447769" h="4983482" extrusionOk="0">
                <a:moveTo>
                  <a:pt x="1419727" y="0"/>
                </a:moveTo>
                <a:lnTo>
                  <a:pt x="1465447" y="2309"/>
                </a:lnTo>
                <a:lnTo>
                  <a:pt x="1465447" y="1157"/>
                </a:lnTo>
                <a:lnTo>
                  <a:pt x="1678528" y="6545"/>
                </a:lnTo>
                <a:cubicBezTo>
                  <a:pt x="4250087" y="136898"/>
                  <a:pt x="6312029" y="2198841"/>
                  <a:pt x="6442381" y="4770399"/>
                </a:cubicBezTo>
                <a:lnTo>
                  <a:pt x="6447769" y="4983482"/>
                </a:lnTo>
                <a:lnTo>
                  <a:pt x="6446619" y="4983482"/>
                </a:lnTo>
                <a:lnTo>
                  <a:pt x="6441597" y="4884041"/>
                </a:lnTo>
                <a:cubicBezTo>
                  <a:pt x="6368893" y="4168135"/>
                  <a:pt x="5764288" y="3609473"/>
                  <a:pt x="5029200" y="3609473"/>
                </a:cubicBezTo>
                <a:cubicBezTo>
                  <a:pt x="4294112" y="3609473"/>
                  <a:pt x="3689507" y="4168135"/>
                  <a:pt x="3616803" y="4884041"/>
                </a:cubicBezTo>
                <a:lnTo>
                  <a:pt x="3614562" y="4928423"/>
                </a:lnTo>
                <a:lnTo>
                  <a:pt x="3608185" y="4802127"/>
                </a:lnTo>
                <a:cubicBezTo>
                  <a:pt x="3495325" y="3690812"/>
                  <a:pt x="2556784" y="2823590"/>
                  <a:pt x="1415693" y="2823590"/>
                </a:cubicBezTo>
                <a:lnTo>
                  <a:pt x="1267636" y="2831067"/>
                </a:lnTo>
                <a:lnTo>
                  <a:pt x="1133602" y="2810611"/>
                </a:lnTo>
                <a:cubicBezTo>
                  <a:pt x="486657" y="2678226"/>
                  <a:pt x="0" y="2105810"/>
                  <a:pt x="0" y="1419727"/>
                </a:cubicBezTo>
                <a:cubicBezTo>
                  <a:pt x="0" y="635633"/>
                  <a:pt x="635633" y="0"/>
                  <a:pt x="141972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34300" tIns="17150" rIns="34300" bIns="171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25"/>
          <p:cNvSpPr/>
          <p:nvPr/>
        </p:nvSpPr>
        <p:spPr>
          <a:xfrm>
            <a:off x="3037141" y="2911624"/>
            <a:ext cx="1966570" cy="1519962"/>
          </a:xfrm>
          <a:custGeom>
            <a:avLst/>
            <a:gdLst/>
            <a:ahLst/>
            <a:cxnLst/>
            <a:rect l="l" t="t" r="r" b="b"/>
            <a:pathLst>
              <a:path w="6447771" h="4983481" extrusionOk="0">
                <a:moveTo>
                  <a:pt x="0" y="0"/>
                </a:moveTo>
                <a:lnTo>
                  <a:pt x="1152" y="0"/>
                </a:lnTo>
                <a:lnTo>
                  <a:pt x="6173" y="99439"/>
                </a:lnTo>
                <a:cubicBezTo>
                  <a:pt x="78877" y="815345"/>
                  <a:pt x="683482" y="1374007"/>
                  <a:pt x="1418570" y="1374007"/>
                </a:cubicBezTo>
                <a:cubicBezTo>
                  <a:pt x="2107715" y="1374007"/>
                  <a:pt x="2682178" y="882996"/>
                  <a:pt x="2811200" y="231731"/>
                </a:cubicBezTo>
                <a:lnTo>
                  <a:pt x="2828419" y="116492"/>
                </a:lnTo>
                <a:lnTo>
                  <a:pt x="2831519" y="177872"/>
                </a:lnTo>
                <a:cubicBezTo>
                  <a:pt x="2944379" y="1289187"/>
                  <a:pt x="3882919" y="2156409"/>
                  <a:pt x="5024010" y="2156409"/>
                </a:cubicBezTo>
                <a:lnTo>
                  <a:pt x="5148631" y="2150116"/>
                </a:lnTo>
                <a:lnTo>
                  <a:pt x="5173203" y="2151357"/>
                </a:lnTo>
                <a:cubicBezTo>
                  <a:pt x="5889109" y="2224061"/>
                  <a:pt x="6447771" y="2828666"/>
                  <a:pt x="6447771" y="3563754"/>
                </a:cubicBezTo>
                <a:cubicBezTo>
                  <a:pt x="6447771" y="4347848"/>
                  <a:pt x="5812138" y="4983481"/>
                  <a:pt x="5028044" y="4983481"/>
                </a:cubicBezTo>
                <a:lnTo>
                  <a:pt x="4982325" y="4981172"/>
                </a:lnTo>
                <a:lnTo>
                  <a:pt x="4982325" y="4982324"/>
                </a:lnTo>
                <a:lnTo>
                  <a:pt x="4769242" y="4976936"/>
                </a:lnTo>
                <a:cubicBezTo>
                  <a:pt x="2197683" y="4846583"/>
                  <a:pt x="135741" y="2784641"/>
                  <a:pt x="5388" y="213082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34300" tIns="17150" rIns="34300" bIns="171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25"/>
          <p:cNvSpPr/>
          <p:nvPr/>
        </p:nvSpPr>
        <p:spPr>
          <a:xfrm>
            <a:off x="4585148" y="2464634"/>
            <a:ext cx="1519961" cy="1966570"/>
          </a:xfrm>
          <a:custGeom>
            <a:avLst/>
            <a:gdLst/>
            <a:ahLst/>
            <a:cxnLst/>
            <a:rect l="l" t="t" r="r" b="b"/>
            <a:pathLst>
              <a:path w="4983480" h="6447772" extrusionOk="0">
                <a:moveTo>
                  <a:pt x="3563753" y="0"/>
                </a:moveTo>
                <a:cubicBezTo>
                  <a:pt x="4347847" y="0"/>
                  <a:pt x="4983480" y="635633"/>
                  <a:pt x="4983480" y="1419727"/>
                </a:cubicBezTo>
                <a:lnTo>
                  <a:pt x="4981172" y="1465449"/>
                </a:lnTo>
                <a:lnTo>
                  <a:pt x="4982322" y="1465449"/>
                </a:lnTo>
                <a:lnTo>
                  <a:pt x="4976934" y="1678530"/>
                </a:lnTo>
                <a:cubicBezTo>
                  <a:pt x="4846582" y="4250089"/>
                  <a:pt x="2784640" y="6312031"/>
                  <a:pt x="213081" y="6442384"/>
                </a:cubicBezTo>
                <a:lnTo>
                  <a:pt x="0" y="6447772"/>
                </a:lnTo>
                <a:lnTo>
                  <a:pt x="0" y="6446619"/>
                </a:lnTo>
                <a:lnTo>
                  <a:pt x="99439" y="6441598"/>
                </a:lnTo>
                <a:cubicBezTo>
                  <a:pt x="815345" y="6368894"/>
                  <a:pt x="1374007" y="5764289"/>
                  <a:pt x="1374007" y="5029201"/>
                </a:cubicBezTo>
                <a:cubicBezTo>
                  <a:pt x="1374007" y="4294113"/>
                  <a:pt x="815345" y="3689508"/>
                  <a:pt x="99439" y="3616804"/>
                </a:cubicBezTo>
                <a:lnTo>
                  <a:pt x="74876" y="3615564"/>
                </a:lnTo>
                <a:lnTo>
                  <a:pt x="175579" y="3610479"/>
                </a:lnTo>
                <a:cubicBezTo>
                  <a:pt x="1286894" y="3497619"/>
                  <a:pt x="2154116" y="2559078"/>
                  <a:pt x="2154116" y="1417987"/>
                </a:cubicBezTo>
                <a:lnTo>
                  <a:pt x="2149115" y="1318948"/>
                </a:lnTo>
                <a:lnTo>
                  <a:pt x="2151356" y="1274568"/>
                </a:lnTo>
                <a:cubicBezTo>
                  <a:pt x="2224060" y="558662"/>
                  <a:pt x="2828665" y="0"/>
                  <a:pt x="3563753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34300" tIns="17150" rIns="34300" bIns="171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25"/>
          <p:cNvSpPr txBox="1">
            <a:spLocks noGrp="1"/>
          </p:cNvSpPr>
          <p:nvPr>
            <p:ph type="subTitle" idx="1"/>
          </p:nvPr>
        </p:nvSpPr>
        <p:spPr>
          <a:xfrm>
            <a:off x="467425" y="1394975"/>
            <a:ext cx="2198400" cy="121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300"/>
              <a:buFont typeface="Open Sans Medium"/>
              <a:buNone/>
              <a:defRPr sz="1300">
                <a:latin typeface="Open Sans Medium"/>
                <a:ea typeface="Open Sans Medium"/>
                <a:cs typeface="Open Sans Medium"/>
                <a:sym typeface="Open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49" name="Google Shape;249;p25"/>
          <p:cNvSpPr txBox="1"/>
          <p:nvPr/>
        </p:nvSpPr>
        <p:spPr>
          <a:xfrm>
            <a:off x="3240103" y="2642525"/>
            <a:ext cx="532200" cy="38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300" tIns="17150" rIns="34300" bIns="171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 sz="500"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0" name="Google Shape;250;p25"/>
          <p:cNvSpPr txBox="1"/>
          <p:nvPr/>
        </p:nvSpPr>
        <p:spPr>
          <a:xfrm>
            <a:off x="4305541" y="1611875"/>
            <a:ext cx="532200" cy="38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300" tIns="17150" rIns="34300" bIns="171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02</a:t>
            </a:r>
            <a:endParaRPr sz="500"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1" name="Google Shape;251;p25"/>
          <p:cNvSpPr txBox="1"/>
          <p:nvPr/>
        </p:nvSpPr>
        <p:spPr>
          <a:xfrm>
            <a:off x="5421603" y="2642525"/>
            <a:ext cx="532200" cy="38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300" tIns="17150" rIns="34300" bIns="171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03</a:t>
            </a:r>
            <a:endParaRPr sz="500"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2" name="Google Shape;252;p25"/>
          <p:cNvSpPr txBox="1"/>
          <p:nvPr/>
        </p:nvSpPr>
        <p:spPr>
          <a:xfrm>
            <a:off x="4305541" y="3817250"/>
            <a:ext cx="532200" cy="38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300" tIns="17150" rIns="34300" bIns="171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04</a:t>
            </a:r>
            <a:endParaRPr sz="500"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3" name="Google Shape;253;p25"/>
          <p:cNvSpPr txBox="1">
            <a:spLocks noGrp="1"/>
          </p:cNvSpPr>
          <p:nvPr>
            <p:ph type="subTitle" idx="2"/>
          </p:nvPr>
        </p:nvSpPr>
        <p:spPr>
          <a:xfrm>
            <a:off x="467425" y="3096425"/>
            <a:ext cx="2198400" cy="121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300"/>
              <a:buFont typeface="Open Sans Medium"/>
              <a:buNone/>
              <a:defRPr sz="1300">
                <a:latin typeface="Open Sans Medium"/>
                <a:ea typeface="Open Sans Medium"/>
                <a:cs typeface="Open Sans Medium"/>
                <a:sym typeface="Open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54" name="Google Shape;254;p25"/>
          <p:cNvSpPr txBox="1">
            <a:spLocks noGrp="1"/>
          </p:cNvSpPr>
          <p:nvPr>
            <p:ph type="subTitle" idx="3"/>
          </p:nvPr>
        </p:nvSpPr>
        <p:spPr>
          <a:xfrm>
            <a:off x="6302925" y="1394975"/>
            <a:ext cx="2277300" cy="121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Font typeface="Open Sans Medium"/>
              <a:buNone/>
              <a:defRPr sz="1300">
                <a:latin typeface="Open Sans Medium"/>
                <a:ea typeface="Open Sans Medium"/>
                <a:cs typeface="Open Sans Medium"/>
                <a:sym typeface="Open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55" name="Google Shape;255;p25"/>
          <p:cNvSpPr txBox="1">
            <a:spLocks noGrp="1"/>
          </p:cNvSpPr>
          <p:nvPr>
            <p:ph type="subTitle" idx="4"/>
          </p:nvPr>
        </p:nvSpPr>
        <p:spPr>
          <a:xfrm>
            <a:off x="6302925" y="3096425"/>
            <a:ext cx="2277300" cy="121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Font typeface="Open Sans Medium"/>
              <a:buNone/>
              <a:defRPr sz="1300">
                <a:latin typeface="Open Sans Medium"/>
                <a:ea typeface="Open Sans Medium"/>
                <a:cs typeface="Open Sans Medium"/>
                <a:sym typeface="Open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56" name="Google Shape;256;p25"/>
          <p:cNvSpPr txBox="1">
            <a:spLocks noGrp="1"/>
          </p:cNvSpPr>
          <p:nvPr>
            <p:ph type="title"/>
          </p:nvPr>
        </p:nvSpPr>
        <p:spPr>
          <a:xfrm>
            <a:off x="1245150" y="401725"/>
            <a:ext cx="6653700" cy="423600"/>
          </a:xfrm>
          <a:prstGeom prst="rect">
            <a:avLst/>
          </a:prstGeom>
        </p:spPr>
        <p:txBody>
          <a:bodyPr spcFirstLastPara="1" wrap="square" lIns="34275" tIns="34275" rIns="342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500"/>
              <a:buNone/>
              <a:defRPr>
                <a:latin typeface="Lato Light"/>
                <a:ea typeface="Lato Light"/>
                <a:cs typeface="Lato Light"/>
                <a:sym typeface="Lato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500"/>
              <a:buNone/>
              <a:defRPr>
                <a:latin typeface="Lato Light"/>
                <a:ea typeface="Lato Light"/>
                <a:cs typeface="Lato Light"/>
                <a:sym typeface="Lato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500"/>
              <a:buNone/>
              <a:defRPr>
                <a:latin typeface="Lato Light"/>
                <a:ea typeface="Lato Light"/>
                <a:cs typeface="Lato Light"/>
                <a:sym typeface="Lato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500"/>
              <a:buNone/>
              <a:defRPr>
                <a:latin typeface="Lato Light"/>
                <a:ea typeface="Lato Light"/>
                <a:cs typeface="Lato Light"/>
                <a:sym typeface="Lato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500"/>
              <a:buNone/>
              <a:defRPr>
                <a:latin typeface="Lato Light"/>
                <a:ea typeface="Lato Light"/>
                <a:cs typeface="Lato Light"/>
                <a:sym typeface="Lato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500"/>
              <a:buNone/>
              <a:defRPr>
                <a:latin typeface="Lato Light"/>
                <a:ea typeface="Lato Light"/>
                <a:cs typeface="Lato Light"/>
                <a:sym typeface="Lato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500"/>
              <a:buNone/>
              <a:defRPr>
                <a:latin typeface="Lato Light"/>
                <a:ea typeface="Lato Light"/>
                <a:cs typeface="Lato Light"/>
                <a:sym typeface="Lato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500"/>
              <a:buNone/>
              <a:defRPr>
                <a:latin typeface="Lato Light"/>
                <a:ea typeface="Lato Light"/>
                <a:cs typeface="Lato Light"/>
                <a:sym typeface="Lato Light"/>
              </a:defRPr>
            </a:lvl9pPr>
          </a:lstStyle>
          <a:p>
            <a:endParaRPr/>
          </a:p>
        </p:txBody>
      </p:sp>
      <p:pic>
        <p:nvPicPr>
          <p:cNvPr id="257" name="Google Shape;257;p2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6116682">
            <a:off x="7763298" y="-1902613"/>
            <a:ext cx="3091851" cy="3060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1790675">
            <a:off x="-1091425" y="3570450"/>
            <a:ext cx="2524952" cy="2504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oints 4_2">
  <p:cSld name="CUSTOM_2"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6"/>
          <p:cNvSpPr/>
          <p:nvPr/>
        </p:nvSpPr>
        <p:spPr>
          <a:xfrm>
            <a:off x="3734770" y="1278900"/>
            <a:ext cx="1658390" cy="1638576"/>
          </a:xfrm>
          <a:custGeom>
            <a:avLst/>
            <a:gdLst/>
            <a:ahLst/>
            <a:cxnLst/>
            <a:rect l="l" t="t" r="r" b="b"/>
            <a:pathLst>
              <a:path w="21429" h="20851" extrusionOk="0">
                <a:moveTo>
                  <a:pt x="1" y="10736"/>
                </a:moveTo>
                <a:cubicBezTo>
                  <a:pt x="-74" y="5791"/>
                  <a:pt x="3035" y="2106"/>
                  <a:pt x="7007" y="666"/>
                </a:cubicBezTo>
                <a:cubicBezTo>
                  <a:pt x="10907" y="-749"/>
                  <a:pt x="15586" y="18"/>
                  <a:pt x="18852" y="3666"/>
                </a:cubicBezTo>
                <a:cubicBezTo>
                  <a:pt x="19974" y="4919"/>
                  <a:pt x="20705" y="6356"/>
                  <a:pt x="21094" y="7850"/>
                </a:cubicBezTo>
                <a:cubicBezTo>
                  <a:pt x="21476" y="9323"/>
                  <a:pt x="21526" y="10854"/>
                  <a:pt x="21272" y="12327"/>
                </a:cubicBezTo>
                <a:cubicBezTo>
                  <a:pt x="20780" y="15178"/>
                  <a:pt x="19147" y="17844"/>
                  <a:pt x="16446" y="19576"/>
                </a:cubicBezTo>
                <a:lnTo>
                  <a:pt x="17659" y="20851"/>
                </a:lnTo>
                <a:lnTo>
                  <a:pt x="11189" y="20851"/>
                </a:lnTo>
                <a:lnTo>
                  <a:pt x="11189" y="14426"/>
                </a:lnTo>
                <a:lnTo>
                  <a:pt x="12489" y="15726"/>
                </a:lnTo>
                <a:cubicBezTo>
                  <a:pt x="14377" y="15044"/>
                  <a:pt x="15587" y="13538"/>
                  <a:pt x="16008" y="11843"/>
                </a:cubicBezTo>
                <a:cubicBezTo>
                  <a:pt x="16411" y="10218"/>
                  <a:pt x="16091" y="8391"/>
                  <a:pt x="14774" y="6995"/>
                </a:cubicBezTo>
                <a:cubicBezTo>
                  <a:pt x="12838" y="4944"/>
                  <a:pt x="10165" y="4773"/>
                  <a:pt x="8134" y="5864"/>
                </a:cubicBezTo>
                <a:cubicBezTo>
                  <a:pt x="7076" y="6433"/>
                  <a:pt x="6213" y="7336"/>
                  <a:pt x="5717" y="8432"/>
                </a:cubicBezTo>
                <a:cubicBezTo>
                  <a:pt x="5210" y="9552"/>
                  <a:pt x="5082" y="10878"/>
                  <a:pt x="5520" y="12293"/>
                </a:cubicBezTo>
                <a:cubicBezTo>
                  <a:pt x="4660" y="11758"/>
                  <a:pt x="3725" y="11352"/>
                  <a:pt x="2745" y="11089"/>
                </a:cubicBezTo>
                <a:cubicBezTo>
                  <a:pt x="1851" y="10849"/>
                  <a:pt x="928" y="10730"/>
                  <a:pt x="1" y="10736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000000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261" name="Google Shape;261;p26"/>
          <p:cNvSpPr txBox="1">
            <a:spLocks noGrp="1"/>
          </p:cNvSpPr>
          <p:nvPr>
            <p:ph type="subTitle" idx="1"/>
          </p:nvPr>
        </p:nvSpPr>
        <p:spPr>
          <a:xfrm>
            <a:off x="6368675" y="1394975"/>
            <a:ext cx="2318400" cy="121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Open Sans Medium"/>
              <a:buNone/>
              <a:defRPr sz="1200">
                <a:latin typeface="Open Sans Medium"/>
                <a:ea typeface="Open Sans Medium"/>
                <a:cs typeface="Open Sans Medium"/>
                <a:sym typeface="Open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62" name="Google Shape;262;p26"/>
          <p:cNvSpPr/>
          <p:nvPr/>
        </p:nvSpPr>
        <p:spPr>
          <a:xfrm>
            <a:off x="2902137" y="2119803"/>
            <a:ext cx="1623326" cy="1665656"/>
          </a:xfrm>
          <a:custGeom>
            <a:avLst/>
            <a:gdLst/>
            <a:ahLst/>
            <a:cxnLst/>
            <a:rect l="l" t="t" r="r" b="b"/>
            <a:pathLst>
              <a:path w="21501" h="20867" extrusionOk="0">
                <a:moveTo>
                  <a:pt x="21501" y="3787"/>
                </a:moveTo>
                <a:lnTo>
                  <a:pt x="21501" y="9990"/>
                </a:lnTo>
                <a:lnTo>
                  <a:pt x="14929" y="9990"/>
                </a:lnTo>
                <a:lnTo>
                  <a:pt x="16281" y="8704"/>
                </a:lnTo>
                <a:cubicBezTo>
                  <a:pt x="14580" y="4140"/>
                  <a:pt x="7864" y="3920"/>
                  <a:pt x="5837" y="8362"/>
                </a:cubicBezTo>
                <a:cubicBezTo>
                  <a:pt x="4878" y="10464"/>
                  <a:pt x="5470" y="12605"/>
                  <a:pt x="6862" y="14040"/>
                </a:cubicBezTo>
                <a:cubicBezTo>
                  <a:pt x="8248" y="15468"/>
                  <a:pt x="10429" y="16200"/>
                  <a:pt x="12713" y="15502"/>
                </a:cubicBezTo>
                <a:cubicBezTo>
                  <a:pt x="12159" y="16331"/>
                  <a:pt x="11733" y="17232"/>
                  <a:pt x="11448" y="18175"/>
                </a:cubicBezTo>
                <a:cubicBezTo>
                  <a:pt x="11183" y="19051"/>
                  <a:pt x="11042" y="19956"/>
                  <a:pt x="11027" y="20867"/>
                </a:cubicBezTo>
                <a:cubicBezTo>
                  <a:pt x="7844" y="20900"/>
                  <a:pt x="4992" y="19642"/>
                  <a:pt x="2992" y="17624"/>
                </a:cubicBezTo>
                <a:cubicBezTo>
                  <a:pt x="1979" y="16603"/>
                  <a:pt x="1184" y="15386"/>
                  <a:pt x="666" y="14048"/>
                </a:cubicBezTo>
                <a:cubicBezTo>
                  <a:pt x="145" y="12705"/>
                  <a:pt x="-99" y="11235"/>
                  <a:pt x="38" y="9702"/>
                </a:cubicBezTo>
                <a:cubicBezTo>
                  <a:pt x="256" y="7262"/>
                  <a:pt x="1257" y="5184"/>
                  <a:pt x="2727" y="3588"/>
                </a:cubicBezTo>
                <a:cubicBezTo>
                  <a:pt x="4232" y="1956"/>
                  <a:pt x="6226" y="831"/>
                  <a:pt x="8406" y="316"/>
                </a:cubicBezTo>
                <a:cubicBezTo>
                  <a:pt x="12706" y="-700"/>
                  <a:pt x="17572" y="711"/>
                  <a:pt x="20335" y="4861"/>
                </a:cubicBezTo>
                <a:lnTo>
                  <a:pt x="21501" y="3787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000000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263" name="Google Shape;263;p26"/>
          <p:cNvSpPr/>
          <p:nvPr/>
        </p:nvSpPr>
        <p:spPr>
          <a:xfrm>
            <a:off x="4601972" y="2120103"/>
            <a:ext cx="1639864" cy="1665623"/>
          </a:xfrm>
          <a:custGeom>
            <a:avLst/>
            <a:gdLst/>
            <a:ahLst/>
            <a:cxnLst/>
            <a:rect l="l" t="t" r="r" b="b"/>
            <a:pathLst>
              <a:path w="21467" h="21208" extrusionOk="0">
                <a:moveTo>
                  <a:pt x="10372" y="3"/>
                </a:moveTo>
                <a:cubicBezTo>
                  <a:pt x="10348" y="975"/>
                  <a:pt x="10194" y="1941"/>
                  <a:pt x="9914" y="2875"/>
                </a:cubicBezTo>
                <a:cubicBezTo>
                  <a:pt x="9631" y="3818"/>
                  <a:pt x="9222" y="4720"/>
                  <a:pt x="8697" y="5558"/>
                </a:cubicBezTo>
                <a:cubicBezTo>
                  <a:pt x="10843" y="4811"/>
                  <a:pt x="12957" y="5403"/>
                  <a:pt x="14390" y="6707"/>
                </a:cubicBezTo>
                <a:cubicBezTo>
                  <a:pt x="15803" y="7993"/>
                  <a:pt x="16564" y="9984"/>
                  <a:pt x="15935" y="12092"/>
                </a:cubicBezTo>
                <a:cubicBezTo>
                  <a:pt x="15185" y="14609"/>
                  <a:pt x="13018" y="15950"/>
                  <a:pt x="10791" y="16004"/>
                </a:cubicBezTo>
                <a:cubicBezTo>
                  <a:pt x="9683" y="16031"/>
                  <a:pt x="8573" y="15737"/>
                  <a:pt x="7616" y="15155"/>
                </a:cubicBezTo>
                <a:cubicBezTo>
                  <a:pt x="6612" y="14545"/>
                  <a:pt x="5769" y="13615"/>
                  <a:pt x="5249" y="12354"/>
                </a:cubicBezTo>
                <a:lnTo>
                  <a:pt x="6505" y="11107"/>
                </a:lnTo>
                <a:lnTo>
                  <a:pt x="0" y="11107"/>
                </a:lnTo>
                <a:lnTo>
                  <a:pt x="0" y="17436"/>
                </a:lnTo>
                <a:lnTo>
                  <a:pt x="1358" y="16110"/>
                </a:lnTo>
                <a:cubicBezTo>
                  <a:pt x="3668" y="19863"/>
                  <a:pt x="7726" y="21521"/>
                  <a:pt x="11614" y="21159"/>
                </a:cubicBezTo>
                <a:cubicBezTo>
                  <a:pt x="13439" y="20989"/>
                  <a:pt x="15221" y="20372"/>
                  <a:pt x="16771" y="19348"/>
                </a:cubicBezTo>
                <a:cubicBezTo>
                  <a:pt x="18313" y="18329"/>
                  <a:pt x="19638" y="16901"/>
                  <a:pt x="20512" y="15040"/>
                </a:cubicBezTo>
                <a:cubicBezTo>
                  <a:pt x="21361" y="13233"/>
                  <a:pt x="21600" y="11358"/>
                  <a:pt x="21401" y="9578"/>
                </a:cubicBezTo>
                <a:cubicBezTo>
                  <a:pt x="21204" y="7817"/>
                  <a:pt x="20575" y="6137"/>
                  <a:pt x="19586" y="4691"/>
                </a:cubicBezTo>
                <a:cubicBezTo>
                  <a:pt x="17644" y="1852"/>
                  <a:pt x="14322" y="-79"/>
                  <a:pt x="10372" y="3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rgbClr val="7F7F7F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264" name="Google Shape;264;p26"/>
          <p:cNvSpPr/>
          <p:nvPr/>
        </p:nvSpPr>
        <p:spPr>
          <a:xfrm>
            <a:off x="3733047" y="2990677"/>
            <a:ext cx="1662404" cy="1639761"/>
          </a:xfrm>
          <a:custGeom>
            <a:avLst/>
            <a:gdLst/>
            <a:ahLst/>
            <a:cxnLst/>
            <a:rect l="l" t="t" r="r" b="b"/>
            <a:pathLst>
              <a:path w="21501" h="21446" extrusionOk="0">
                <a:moveTo>
                  <a:pt x="3765" y="0"/>
                </a:moveTo>
                <a:lnTo>
                  <a:pt x="10283" y="0"/>
                </a:lnTo>
                <a:lnTo>
                  <a:pt x="10283" y="6590"/>
                </a:lnTo>
                <a:lnTo>
                  <a:pt x="8990" y="5343"/>
                </a:lnTo>
                <a:cubicBezTo>
                  <a:pt x="7519" y="5878"/>
                  <a:pt x="6512" y="6832"/>
                  <a:pt x="5929" y="7968"/>
                </a:cubicBezTo>
                <a:cubicBezTo>
                  <a:pt x="5337" y="9121"/>
                  <a:pt x="5179" y="10464"/>
                  <a:pt x="5446" y="11727"/>
                </a:cubicBezTo>
                <a:cubicBezTo>
                  <a:pt x="5970" y="14204"/>
                  <a:pt x="8090" y="16272"/>
                  <a:pt x="11243" y="16062"/>
                </a:cubicBezTo>
                <a:cubicBezTo>
                  <a:pt x="12115" y="16003"/>
                  <a:pt x="12895" y="15724"/>
                  <a:pt x="13572" y="15302"/>
                </a:cubicBezTo>
                <a:cubicBezTo>
                  <a:pt x="14286" y="14856"/>
                  <a:pt x="14889" y="14248"/>
                  <a:pt x="15335" y="13548"/>
                </a:cubicBezTo>
                <a:cubicBezTo>
                  <a:pt x="16207" y="12178"/>
                  <a:pt x="16504" y="10431"/>
                  <a:pt x="15928" y="8703"/>
                </a:cubicBezTo>
                <a:cubicBezTo>
                  <a:pt x="16792" y="9263"/>
                  <a:pt x="17732" y="9692"/>
                  <a:pt x="18718" y="9979"/>
                </a:cubicBezTo>
                <a:cubicBezTo>
                  <a:pt x="19623" y="10242"/>
                  <a:pt x="20559" y="10383"/>
                  <a:pt x="21501" y="10396"/>
                </a:cubicBezTo>
                <a:cubicBezTo>
                  <a:pt x="21505" y="12780"/>
                  <a:pt x="20816" y="14901"/>
                  <a:pt x="19662" y="16639"/>
                </a:cubicBezTo>
                <a:cubicBezTo>
                  <a:pt x="18516" y="18366"/>
                  <a:pt x="16908" y="19721"/>
                  <a:pt x="15053" y="20543"/>
                </a:cubicBezTo>
                <a:cubicBezTo>
                  <a:pt x="13325" y="21308"/>
                  <a:pt x="11408" y="21600"/>
                  <a:pt x="9505" y="21369"/>
                </a:cubicBezTo>
                <a:cubicBezTo>
                  <a:pt x="7408" y="21114"/>
                  <a:pt x="5325" y="20227"/>
                  <a:pt x="3541" y="18603"/>
                </a:cubicBezTo>
                <a:cubicBezTo>
                  <a:pt x="2210" y="17392"/>
                  <a:pt x="1279" y="15930"/>
                  <a:pt x="702" y="14376"/>
                </a:cubicBezTo>
                <a:cubicBezTo>
                  <a:pt x="131" y="12837"/>
                  <a:pt x="-95" y="11201"/>
                  <a:pt x="36" y="9594"/>
                </a:cubicBezTo>
                <a:cubicBezTo>
                  <a:pt x="300" y="6352"/>
                  <a:pt x="2013" y="3238"/>
                  <a:pt x="5065" y="1365"/>
                </a:cubicBezTo>
                <a:lnTo>
                  <a:pt x="3765" y="0"/>
                </a:lnTo>
                <a:close/>
              </a:path>
            </a:pathLst>
          </a:custGeom>
          <a:solidFill>
            <a:srgbClr val="437DB2"/>
          </a:solidFill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000000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265" name="Google Shape;265;p26"/>
          <p:cNvSpPr/>
          <p:nvPr/>
        </p:nvSpPr>
        <p:spPr>
          <a:xfrm>
            <a:off x="3736306" y="1917865"/>
            <a:ext cx="423758" cy="316332"/>
          </a:xfrm>
          <a:custGeom>
            <a:avLst/>
            <a:gdLst/>
            <a:ahLst/>
            <a:cxnLst/>
            <a:rect l="l" t="t" r="r" b="b"/>
            <a:pathLst>
              <a:path w="21579" h="21600" extrusionOk="0">
                <a:moveTo>
                  <a:pt x="21579" y="21600"/>
                </a:moveTo>
                <a:cubicBezTo>
                  <a:pt x="20965" y="19090"/>
                  <a:pt x="20631" y="16471"/>
                  <a:pt x="20586" y="13829"/>
                </a:cubicBezTo>
                <a:cubicBezTo>
                  <a:pt x="20543" y="11244"/>
                  <a:pt x="20778" y="8664"/>
                  <a:pt x="21284" y="6170"/>
                </a:cubicBezTo>
                <a:cubicBezTo>
                  <a:pt x="18128" y="4224"/>
                  <a:pt x="14832" y="2720"/>
                  <a:pt x="11448" y="1683"/>
                </a:cubicBezTo>
                <a:cubicBezTo>
                  <a:pt x="8066" y="648"/>
                  <a:pt x="4614" y="84"/>
                  <a:pt x="1146" y="0"/>
                </a:cubicBezTo>
                <a:cubicBezTo>
                  <a:pt x="743" y="2263"/>
                  <a:pt x="445" y="4557"/>
                  <a:pt x="254" y="6870"/>
                </a:cubicBezTo>
                <a:cubicBezTo>
                  <a:pt x="62" y="9193"/>
                  <a:pt x="-21" y="11531"/>
                  <a:pt x="5" y="13868"/>
                </a:cubicBezTo>
                <a:cubicBezTo>
                  <a:pt x="3936" y="13809"/>
                  <a:pt x="7854" y="14499"/>
                  <a:pt x="11642" y="15919"/>
                </a:cubicBezTo>
                <a:cubicBezTo>
                  <a:pt x="15124" y="17224"/>
                  <a:pt x="18464" y="19134"/>
                  <a:pt x="21579" y="2160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rgbClr val="7F7F7F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266" name="Google Shape;266;p26"/>
          <p:cNvSpPr/>
          <p:nvPr/>
        </p:nvSpPr>
        <p:spPr>
          <a:xfrm>
            <a:off x="3532785" y="3357930"/>
            <a:ext cx="325512" cy="426509"/>
          </a:xfrm>
          <a:custGeom>
            <a:avLst/>
            <a:gdLst/>
            <a:ahLst/>
            <a:cxnLst/>
            <a:rect l="l" t="t" r="r" b="b"/>
            <a:pathLst>
              <a:path w="21600" h="21579" extrusionOk="0">
                <a:moveTo>
                  <a:pt x="21600" y="0"/>
                </a:moveTo>
                <a:cubicBezTo>
                  <a:pt x="19109" y="597"/>
                  <a:pt x="16522" y="932"/>
                  <a:pt x="13913" y="995"/>
                </a:cubicBezTo>
                <a:cubicBezTo>
                  <a:pt x="11327" y="1058"/>
                  <a:pt x="8742" y="853"/>
                  <a:pt x="6227" y="387"/>
                </a:cubicBezTo>
                <a:cubicBezTo>
                  <a:pt x="4357" y="3529"/>
                  <a:pt x="2888" y="6802"/>
                  <a:pt x="1843" y="10161"/>
                </a:cubicBezTo>
                <a:cubicBezTo>
                  <a:pt x="803" y="13498"/>
                  <a:pt x="186" y="16905"/>
                  <a:pt x="0" y="20333"/>
                </a:cubicBezTo>
                <a:cubicBezTo>
                  <a:pt x="2248" y="20780"/>
                  <a:pt x="4534" y="21109"/>
                  <a:pt x="6842" y="21316"/>
                </a:cubicBezTo>
                <a:cubicBezTo>
                  <a:pt x="9039" y="21513"/>
                  <a:pt x="11250" y="21600"/>
                  <a:pt x="13462" y="21575"/>
                </a:cubicBezTo>
                <a:cubicBezTo>
                  <a:pt x="13546" y="17890"/>
                  <a:pt x="14247" y="14228"/>
                  <a:pt x="15549" y="10679"/>
                </a:cubicBezTo>
                <a:cubicBezTo>
                  <a:pt x="16926" y="6926"/>
                  <a:pt x="18961" y="3334"/>
                  <a:pt x="21600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rgbClr val="7F7F7F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267" name="Google Shape;267;p26"/>
          <p:cNvSpPr/>
          <p:nvPr/>
        </p:nvSpPr>
        <p:spPr>
          <a:xfrm>
            <a:off x="4965248" y="3654331"/>
            <a:ext cx="427165" cy="337446"/>
          </a:xfrm>
          <a:custGeom>
            <a:avLst/>
            <a:gdLst/>
            <a:ahLst/>
            <a:cxnLst/>
            <a:rect l="l" t="t" r="r" b="b"/>
            <a:pathLst>
              <a:path w="21574" h="21600" extrusionOk="0">
                <a:moveTo>
                  <a:pt x="21568" y="8485"/>
                </a:moveTo>
                <a:cubicBezTo>
                  <a:pt x="21600" y="10739"/>
                  <a:pt x="21515" y="12993"/>
                  <a:pt x="21313" y="15232"/>
                </a:cubicBezTo>
                <a:cubicBezTo>
                  <a:pt x="21120" y="17377"/>
                  <a:pt x="20820" y="19504"/>
                  <a:pt x="20415" y="21600"/>
                </a:cubicBezTo>
                <a:cubicBezTo>
                  <a:pt x="17022" y="21426"/>
                  <a:pt x="13651" y="20820"/>
                  <a:pt x="10352" y="19792"/>
                </a:cubicBezTo>
                <a:cubicBezTo>
                  <a:pt x="7008" y="18749"/>
                  <a:pt x="3756" y="17277"/>
                  <a:pt x="646" y="15398"/>
                </a:cubicBezTo>
                <a:cubicBezTo>
                  <a:pt x="1044" y="12939"/>
                  <a:pt x="1202" y="10426"/>
                  <a:pt x="1114" y="7918"/>
                </a:cubicBezTo>
                <a:cubicBezTo>
                  <a:pt x="1020" y="5228"/>
                  <a:pt x="646" y="2565"/>
                  <a:pt x="0" y="0"/>
                </a:cubicBezTo>
                <a:cubicBezTo>
                  <a:pt x="3333" y="2760"/>
                  <a:pt x="6962" y="4892"/>
                  <a:pt x="10774" y="6331"/>
                </a:cubicBezTo>
                <a:cubicBezTo>
                  <a:pt x="14281" y="7655"/>
                  <a:pt x="17911" y="8379"/>
                  <a:pt x="21568" y="8485"/>
                </a:cubicBezTo>
                <a:close/>
              </a:path>
            </a:pathLst>
          </a:custGeom>
          <a:solidFill>
            <a:srgbClr val="325D85"/>
          </a:solidFill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rgbClr val="7F7F7F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268" name="Google Shape;268;p26"/>
          <p:cNvSpPr/>
          <p:nvPr/>
        </p:nvSpPr>
        <p:spPr>
          <a:xfrm>
            <a:off x="5263221" y="2119823"/>
            <a:ext cx="332640" cy="436981"/>
          </a:xfrm>
          <a:custGeom>
            <a:avLst/>
            <a:gdLst/>
            <a:ahLst/>
            <a:cxnLst/>
            <a:rect l="l" t="t" r="r" b="b"/>
            <a:pathLst>
              <a:path w="21600" h="21566" extrusionOk="0">
                <a:moveTo>
                  <a:pt x="21600" y="971"/>
                </a:moveTo>
                <a:cubicBezTo>
                  <a:pt x="21515" y="4369"/>
                  <a:pt x="20965" y="7751"/>
                  <a:pt x="19961" y="11062"/>
                </a:cubicBezTo>
                <a:cubicBezTo>
                  <a:pt x="18948" y="14404"/>
                  <a:pt x="17476" y="17656"/>
                  <a:pt x="15571" y="20764"/>
                </a:cubicBezTo>
                <a:cubicBezTo>
                  <a:pt x="13115" y="20381"/>
                  <a:pt x="10605" y="20240"/>
                  <a:pt x="8102" y="20343"/>
                </a:cubicBezTo>
                <a:cubicBezTo>
                  <a:pt x="5339" y="20458"/>
                  <a:pt x="2612" y="20869"/>
                  <a:pt x="0" y="21566"/>
                </a:cubicBezTo>
                <a:cubicBezTo>
                  <a:pt x="2626" y="18367"/>
                  <a:pt x="4673" y="14912"/>
                  <a:pt x="6083" y="11294"/>
                </a:cubicBezTo>
                <a:cubicBezTo>
                  <a:pt x="7509" y="7635"/>
                  <a:pt x="8272" y="3844"/>
                  <a:pt x="8350" y="27"/>
                </a:cubicBezTo>
                <a:cubicBezTo>
                  <a:pt x="10487" y="-34"/>
                  <a:pt x="12628" y="8"/>
                  <a:pt x="14759" y="151"/>
                </a:cubicBezTo>
                <a:cubicBezTo>
                  <a:pt x="17061" y="306"/>
                  <a:pt x="19346" y="580"/>
                  <a:pt x="21600" y="97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rgbClr val="7F7F7F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269" name="Google Shape;269;p26"/>
          <p:cNvSpPr txBox="1"/>
          <p:nvPr/>
        </p:nvSpPr>
        <p:spPr>
          <a:xfrm>
            <a:off x="4418481" y="1943276"/>
            <a:ext cx="320700" cy="26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300" tIns="17150" rIns="34300" bIns="171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 sz="1500" b="1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0" name="Google Shape;270;p26"/>
          <p:cNvSpPr txBox="1"/>
          <p:nvPr/>
        </p:nvSpPr>
        <p:spPr>
          <a:xfrm>
            <a:off x="4387426" y="3677818"/>
            <a:ext cx="378300" cy="26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300" tIns="17150" rIns="34300" bIns="171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03</a:t>
            </a:r>
            <a:endParaRPr sz="1500" b="1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1" name="Google Shape;271;p26"/>
          <p:cNvSpPr txBox="1"/>
          <p:nvPr/>
        </p:nvSpPr>
        <p:spPr>
          <a:xfrm>
            <a:off x="5244434" y="2819875"/>
            <a:ext cx="370200" cy="26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300" tIns="17150" rIns="34300" bIns="171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02</a:t>
            </a:r>
            <a:endParaRPr sz="1500" b="1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2" name="Google Shape;272;p26"/>
          <p:cNvSpPr txBox="1"/>
          <p:nvPr/>
        </p:nvSpPr>
        <p:spPr>
          <a:xfrm>
            <a:off x="3497093" y="2819875"/>
            <a:ext cx="396900" cy="26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300" tIns="17150" rIns="34300" bIns="171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04</a:t>
            </a:r>
            <a:endParaRPr sz="1500" b="1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3" name="Google Shape;273;p26"/>
          <p:cNvSpPr txBox="1">
            <a:spLocks noGrp="1"/>
          </p:cNvSpPr>
          <p:nvPr>
            <p:ph type="subTitle" idx="2"/>
          </p:nvPr>
        </p:nvSpPr>
        <p:spPr>
          <a:xfrm>
            <a:off x="6368675" y="3321975"/>
            <a:ext cx="2318400" cy="121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Open Sans Medium"/>
              <a:buNone/>
              <a:defRPr sz="1200">
                <a:latin typeface="Open Sans Medium"/>
                <a:ea typeface="Open Sans Medium"/>
                <a:cs typeface="Open Sans Medium"/>
                <a:sym typeface="Open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74" name="Google Shape;274;p26"/>
          <p:cNvSpPr txBox="1">
            <a:spLocks noGrp="1"/>
          </p:cNvSpPr>
          <p:nvPr>
            <p:ph type="subTitle" idx="3"/>
          </p:nvPr>
        </p:nvSpPr>
        <p:spPr>
          <a:xfrm>
            <a:off x="470725" y="1394975"/>
            <a:ext cx="2318400" cy="121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200"/>
              <a:buFont typeface="Open Sans Medium"/>
              <a:buNone/>
              <a:defRPr sz="1200">
                <a:latin typeface="Open Sans Medium"/>
                <a:ea typeface="Open Sans Medium"/>
                <a:cs typeface="Open Sans Medium"/>
                <a:sym typeface="Open Sans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75" name="Google Shape;275;p26"/>
          <p:cNvSpPr txBox="1">
            <a:spLocks noGrp="1"/>
          </p:cNvSpPr>
          <p:nvPr>
            <p:ph type="subTitle" idx="4"/>
          </p:nvPr>
        </p:nvSpPr>
        <p:spPr>
          <a:xfrm>
            <a:off x="470725" y="3321975"/>
            <a:ext cx="2318400" cy="121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200"/>
              <a:buFont typeface="Open Sans Medium"/>
              <a:buNone/>
              <a:defRPr sz="1200">
                <a:latin typeface="Open Sans Medium"/>
                <a:ea typeface="Open Sans Medium"/>
                <a:cs typeface="Open Sans Medium"/>
                <a:sym typeface="Open Sans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76" name="Google Shape;276;p26"/>
          <p:cNvSpPr txBox="1">
            <a:spLocks noGrp="1"/>
          </p:cNvSpPr>
          <p:nvPr>
            <p:ph type="title"/>
          </p:nvPr>
        </p:nvSpPr>
        <p:spPr>
          <a:xfrm>
            <a:off x="1245150" y="401725"/>
            <a:ext cx="6653700" cy="423600"/>
          </a:xfrm>
          <a:prstGeom prst="rect">
            <a:avLst/>
          </a:prstGeom>
        </p:spPr>
        <p:txBody>
          <a:bodyPr spcFirstLastPara="1" wrap="square" lIns="34275" tIns="34275" rIns="342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500"/>
              <a:buNone/>
              <a:defRPr>
                <a:latin typeface="Lato Light"/>
                <a:ea typeface="Lato Light"/>
                <a:cs typeface="Lato Light"/>
                <a:sym typeface="Lato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500"/>
              <a:buNone/>
              <a:defRPr>
                <a:latin typeface="Lato Light"/>
                <a:ea typeface="Lato Light"/>
                <a:cs typeface="Lato Light"/>
                <a:sym typeface="Lato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500"/>
              <a:buNone/>
              <a:defRPr>
                <a:latin typeface="Lato Light"/>
                <a:ea typeface="Lato Light"/>
                <a:cs typeface="Lato Light"/>
                <a:sym typeface="Lato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500"/>
              <a:buNone/>
              <a:defRPr>
                <a:latin typeface="Lato Light"/>
                <a:ea typeface="Lato Light"/>
                <a:cs typeface="Lato Light"/>
                <a:sym typeface="Lato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500"/>
              <a:buNone/>
              <a:defRPr>
                <a:latin typeface="Lato Light"/>
                <a:ea typeface="Lato Light"/>
                <a:cs typeface="Lato Light"/>
                <a:sym typeface="Lato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500"/>
              <a:buNone/>
              <a:defRPr>
                <a:latin typeface="Lato Light"/>
                <a:ea typeface="Lato Light"/>
                <a:cs typeface="Lato Light"/>
                <a:sym typeface="Lato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500"/>
              <a:buNone/>
              <a:defRPr>
                <a:latin typeface="Lato Light"/>
                <a:ea typeface="Lato Light"/>
                <a:cs typeface="Lato Light"/>
                <a:sym typeface="Lato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500"/>
              <a:buNone/>
              <a:defRPr>
                <a:latin typeface="Lato Light"/>
                <a:ea typeface="Lato Light"/>
                <a:cs typeface="Lato Light"/>
                <a:sym typeface="Lato Light"/>
              </a:defRPr>
            </a:lvl9pPr>
          </a:lstStyle>
          <a:p>
            <a:endParaRPr/>
          </a:p>
        </p:txBody>
      </p:sp>
      <p:pic>
        <p:nvPicPr>
          <p:cNvPr id="277" name="Google Shape;277;p2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3944488">
            <a:off x="7631310" y="-2091754"/>
            <a:ext cx="3396154" cy="3642659"/>
          </a:xfrm>
          <a:prstGeom prst="rect">
            <a:avLst/>
          </a:prstGeom>
          <a:noFill/>
          <a:ln>
            <a:noFill/>
          </a:ln>
        </p:spPr>
      </p:pic>
      <p:pic>
        <p:nvPicPr>
          <p:cNvPr id="278" name="Google Shape;278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1048190">
            <a:off x="-1060326" y="4049474"/>
            <a:ext cx="2332475" cy="2399244"/>
          </a:xfrm>
          <a:prstGeom prst="rect">
            <a:avLst/>
          </a:prstGeom>
          <a:noFill/>
          <a:ln>
            <a:noFill/>
          </a:ln>
        </p:spPr>
      </p:pic>
      <p:pic>
        <p:nvPicPr>
          <p:cNvPr id="279" name="Google Shape;279;p26" descr=" 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687083" y="4776950"/>
            <a:ext cx="638850" cy="5391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oints 5_1">
  <p:cSld name="CUSTOM_2_1"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27"/>
          <p:cNvSpPr txBox="1">
            <a:spLocks noGrp="1"/>
          </p:cNvSpPr>
          <p:nvPr>
            <p:ph type="subTitle" idx="1"/>
          </p:nvPr>
        </p:nvSpPr>
        <p:spPr>
          <a:xfrm>
            <a:off x="6354875" y="1183150"/>
            <a:ext cx="2318400" cy="99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Open Sans Medium"/>
              <a:buNone/>
              <a:defRPr sz="1100">
                <a:latin typeface="Open Sans Medium"/>
                <a:ea typeface="Open Sans Medium"/>
                <a:cs typeface="Open Sans Medium"/>
                <a:sym typeface="Open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endParaRPr/>
          </a:p>
        </p:txBody>
      </p:sp>
      <p:sp>
        <p:nvSpPr>
          <p:cNvPr id="282" name="Google Shape;282;p27"/>
          <p:cNvSpPr txBox="1">
            <a:spLocks noGrp="1"/>
          </p:cNvSpPr>
          <p:nvPr>
            <p:ph type="subTitle" idx="2"/>
          </p:nvPr>
        </p:nvSpPr>
        <p:spPr>
          <a:xfrm>
            <a:off x="6354875" y="2399350"/>
            <a:ext cx="2318400" cy="104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Open Sans Medium"/>
              <a:buNone/>
              <a:defRPr sz="1100">
                <a:latin typeface="Open Sans Medium"/>
                <a:ea typeface="Open Sans Medium"/>
                <a:cs typeface="Open Sans Medium"/>
                <a:sym typeface="Open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endParaRPr/>
          </a:p>
        </p:txBody>
      </p:sp>
      <p:sp>
        <p:nvSpPr>
          <p:cNvPr id="283" name="Google Shape;283;p27"/>
          <p:cNvSpPr txBox="1">
            <a:spLocks noGrp="1"/>
          </p:cNvSpPr>
          <p:nvPr>
            <p:ph type="subTitle" idx="3"/>
          </p:nvPr>
        </p:nvSpPr>
        <p:spPr>
          <a:xfrm>
            <a:off x="456925" y="1278100"/>
            <a:ext cx="2318400" cy="121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Font typeface="Open Sans Medium"/>
              <a:buNone/>
              <a:defRPr sz="1100">
                <a:latin typeface="Open Sans Medium"/>
                <a:ea typeface="Open Sans Medium"/>
                <a:cs typeface="Open Sans Medium"/>
                <a:sym typeface="Open Sans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endParaRPr/>
          </a:p>
        </p:txBody>
      </p:sp>
      <p:sp>
        <p:nvSpPr>
          <p:cNvPr id="284" name="Google Shape;284;p27"/>
          <p:cNvSpPr txBox="1">
            <a:spLocks noGrp="1"/>
          </p:cNvSpPr>
          <p:nvPr>
            <p:ph type="subTitle" idx="4"/>
          </p:nvPr>
        </p:nvSpPr>
        <p:spPr>
          <a:xfrm>
            <a:off x="470725" y="3321975"/>
            <a:ext cx="2318400" cy="121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Font typeface="Open Sans Medium"/>
              <a:buNone/>
              <a:defRPr sz="1100">
                <a:latin typeface="Open Sans Medium"/>
                <a:ea typeface="Open Sans Medium"/>
                <a:cs typeface="Open Sans Medium"/>
                <a:sym typeface="Open Sans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endParaRPr/>
          </a:p>
        </p:txBody>
      </p:sp>
      <p:sp>
        <p:nvSpPr>
          <p:cNvPr id="285" name="Google Shape;285;p27"/>
          <p:cNvSpPr txBox="1">
            <a:spLocks noGrp="1"/>
          </p:cNvSpPr>
          <p:nvPr>
            <p:ph type="title"/>
          </p:nvPr>
        </p:nvSpPr>
        <p:spPr>
          <a:xfrm>
            <a:off x="1245150" y="401725"/>
            <a:ext cx="6653700" cy="423600"/>
          </a:xfrm>
          <a:prstGeom prst="rect">
            <a:avLst/>
          </a:prstGeom>
        </p:spPr>
        <p:txBody>
          <a:bodyPr spcFirstLastPara="1" wrap="square" lIns="34275" tIns="34275" rIns="342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500"/>
              <a:buNone/>
              <a:defRPr>
                <a:latin typeface="Lato Light"/>
                <a:ea typeface="Lato Light"/>
                <a:cs typeface="Lato Light"/>
                <a:sym typeface="Lato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500"/>
              <a:buNone/>
              <a:defRPr>
                <a:latin typeface="Lato Light"/>
                <a:ea typeface="Lato Light"/>
                <a:cs typeface="Lato Light"/>
                <a:sym typeface="Lato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500"/>
              <a:buNone/>
              <a:defRPr>
                <a:latin typeface="Lato Light"/>
                <a:ea typeface="Lato Light"/>
                <a:cs typeface="Lato Light"/>
                <a:sym typeface="Lato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500"/>
              <a:buNone/>
              <a:defRPr>
                <a:latin typeface="Lato Light"/>
                <a:ea typeface="Lato Light"/>
                <a:cs typeface="Lato Light"/>
                <a:sym typeface="Lato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500"/>
              <a:buNone/>
              <a:defRPr>
                <a:latin typeface="Lato Light"/>
                <a:ea typeface="Lato Light"/>
                <a:cs typeface="Lato Light"/>
                <a:sym typeface="Lato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500"/>
              <a:buNone/>
              <a:defRPr>
                <a:latin typeface="Lato Light"/>
                <a:ea typeface="Lato Light"/>
                <a:cs typeface="Lato Light"/>
                <a:sym typeface="Lato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500"/>
              <a:buNone/>
              <a:defRPr>
                <a:latin typeface="Lato Light"/>
                <a:ea typeface="Lato Light"/>
                <a:cs typeface="Lato Light"/>
                <a:sym typeface="Lato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500"/>
              <a:buNone/>
              <a:defRPr>
                <a:latin typeface="Lato Light"/>
                <a:ea typeface="Lato Light"/>
                <a:cs typeface="Lato Light"/>
                <a:sym typeface="Lato Light"/>
              </a:defRPr>
            </a:lvl9pPr>
          </a:lstStyle>
          <a:p>
            <a:endParaRPr/>
          </a:p>
        </p:txBody>
      </p:sp>
      <p:grpSp>
        <p:nvGrpSpPr>
          <p:cNvPr id="286" name="Google Shape;286;p27"/>
          <p:cNvGrpSpPr/>
          <p:nvPr/>
        </p:nvGrpSpPr>
        <p:grpSpPr>
          <a:xfrm>
            <a:off x="3095387" y="1241947"/>
            <a:ext cx="2953226" cy="2951755"/>
            <a:chOff x="3102287" y="1429998"/>
            <a:chExt cx="2953226" cy="2951755"/>
          </a:xfrm>
        </p:grpSpPr>
        <p:sp>
          <p:nvSpPr>
            <p:cNvPr id="287" name="Google Shape;287;p27"/>
            <p:cNvSpPr/>
            <p:nvPr/>
          </p:nvSpPr>
          <p:spPr>
            <a:xfrm>
              <a:off x="4016728" y="1429998"/>
              <a:ext cx="1634040" cy="1193736"/>
            </a:xfrm>
            <a:custGeom>
              <a:avLst/>
              <a:gdLst/>
              <a:ahLst/>
              <a:cxnLst/>
              <a:rect l="l" t="t" r="r" b="b"/>
              <a:pathLst>
                <a:path w="21600" h="21010" extrusionOk="0">
                  <a:moveTo>
                    <a:pt x="21600" y="8145"/>
                  </a:moveTo>
                  <a:cubicBezTo>
                    <a:pt x="19118" y="4624"/>
                    <a:pt x="15943" y="2102"/>
                    <a:pt x="12437" y="865"/>
                  </a:cubicBezTo>
                  <a:cubicBezTo>
                    <a:pt x="8312" y="-590"/>
                    <a:pt x="3942" y="-201"/>
                    <a:pt x="0" y="1973"/>
                  </a:cubicBezTo>
                  <a:lnTo>
                    <a:pt x="0" y="21010"/>
                  </a:lnTo>
                  <a:cubicBezTo>
                    <a:pt x="500" y="19693"/>
                    <a:pt x="1192" y="18521"/>
                    <a:pt x="2034" y="17562"/>
                  </a:cubicBezTo>
                  <a:cubicBezTo>
                    <a:pt x="2905" y="16572"/>
                    <a:pt x="3919" y="15829"/>
                    <a:pt x="5014" y="15380"/>
                  </a:cubicBezTo>
                  <a:lnTo>
                    <a:pt x="21600" y="814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4275" tIns="14275" rIns="14275" bIns="1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00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288" name="Google Shape;288;p27"/>
            <p:cNvSpPr/>
            <p:nvPr/>
          </p:nvSpPr>
          <p:spPr>
            <a:xfrm>
              <a:off x="3102287" y="1570339"/>
              <a:ext cx="1038072" cy="1787832"/>
            </a:xfrm>
            <a:custGeom>
              <a:avLst/>
              <a:gdLst/>
              <a:ahLst/>
              <a:cxnLst/>
              <a:rect l="l" t="t" r="r" b="b"/>
              <a:pathLst>
                <a:path w="21156" h="21600" extrusionOk="0">
                  <a:moveTo>
                    <a:pt x="17200" y="0"/>
                  </a:moveTo>
                  <a:cubicBezTo>
                    <a:pt x="12221" y="1401"/>
                    <a:pt x="7988" y="3585"/>
                    <a:pt x="4962" y="6316"/>
                  </a:cubicBezTo>
                  <a:cubicBezTo>
                    <a:pt x="1268" y="9650"/>
                    <a:pt x="-444" y="13619"/>
                    <a:pt x="98" y="17595"/>
                  </a:cubicBezTo>
                  <a:lnTo>
                    <a:pt x="21156" y="21600"/>
                  </a:lnTo>
                  <a:cubicBezTo>
                    <a:pt x="19937" y="20911"/>
                    <a:pt x="18965" y="20084"/>
                    <a:pt x="18298" y="19168"/>
                  </a:cubicBezTo>
                  <a:cubicBezTo>
                    <a:pt x="17547" y="18136"/>
                    <a:pt x="17200" y="17017"/>
                    <a:pt x="17283" y="15894"/>
                  </a:cubicBezTo>
                  <a:lnTo>
                    <a:pt x="1720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4275" tIns="14275" rIns="14275" bIns="1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>
                <a:solidFill>
                  <a:srgbClr val="FFFFFF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289" name="Google Shape;289;p27"/>
            <p:cNvSpPr/>
            <p:nvPr/>
          </p:nvSpPr>
          <p:spPr>
            <a:xfrm>
              <a:off x="3115511" y="3097809"/>
              <a:ext cx="1752732" cy="1245780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21600" y="6445"/>
                  </a:moveTo>
                  <a:lnTo>
                    <a:pt x="13829" y="21600"/>
                  </a:lnTo>
                  <a:cubicBezTo>
                    <a:pt x="10009" y="20297"/>
                    <a:pt x="6587" y="17300"/>
                    <a:pt x="4071" y="13051"/>
                  </a:cubicBezTo>
                  <a:cubicBezTo>
                    <a:pt x="1866" y="9328"/>
                    <a:pt x="455" y="4804"/>
                    <a:pt x="0" y="0"/>
                  </a:cubicBezTo>
                  <a:lnTo>
                    <a:pt x="15759" y="7124"/>
                  </a:lnTo>
                  <a:cubicBezTo>
                    <a:pt x="16726" y="7545"/>
                    <a:pt x="17742" y="7698"/>
                    <a:pt x="18751" y="7576"/>
                  </a:cubicBezTo>
                  <a:cubicBezTo>
                    <a:pt x="19743" y="7456"/>
                    <a:pt x="20710" y="7073"/>
                    <a:pt x="21600" y="6445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4275" tIns="14275" rIns="14275" bIns="1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>
                <a:solidFill>
                  <a:srgbClr val="FFFFFF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290" name="Google Shape;290;p27"/>
            <p:cNvSpPr/>
            <p:nvPr/>
          </p:nvSpPr>
          <p:spPr>
            <a:xfrm>
              <a:off x="4311781" y="2799840"/>
              <a:ext cx="1526364" cy="1581913"/>
            </a:xfrm>
            <a:custGeom>
              <a:avLst/>
              <a:gdLst/>
              <a:ahLst/>
              <a:cxnLst/>
              <a:rect l="l" t="t" r="r" b="b"/>
              <a:pathLst>
                <a:path w="21600" h="21243" extrusionOk="0">
                  <a:moveTo>
                    <a:pt x="12593" y="0"/>
                  </a:moveTo>
                  <a:lnTo>
                    <a:pt x="21600" y="11784"/>
                  </a:lnTo>
                  <a:cubicBezTo>
                    <a:pt x="19267" y="15419"/>
                    <a:pt x="15759" y="18239"/>
                    <a:pt x="11598" y="19826"/>
                  </a:cubicBezTo>
                  <a:cubicBezTo>
                    <a:pt x="7919" y="21229"/>
                    <a:pt x="3894" y="21600"/>
                    <a:pt x="0" y="20896"/>
                  </a:cubicBezTo>
                  <a:lnTo>
                    <a:pt x="10857" y="6567"/>
                  </a:lnTo>
                  <a:cubicBezTo>
                    <a:pt x="11599" y="5663"/>
                    <a:pt x="12137" y="4623"/>
                    <a:pt x="12439" y="3514"/>
                  </a:cubicBezTo>
                  <a:cubicBezTo>
                    <a:pt x="12751" y="2366"/>
                    <a:pt x="12804" y="1168"/>
                    <a:pt x="1259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14275" tIns="14275" rIns="14275" bIns="1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>
                <a:solidFill>
                  <a:srgbClr val="FFFFFF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291" name="Google Shape;291;p27"/>
            <p:cNvSpPr/>
            <p:nvPr/>
          </p:nvSpPr>
          <p:spPr>
            <a:xfrm>
              <a:off x="4676823" y="1946286"/>
              <a:ext cx="1378690" cy="1668222"/>
            </a:xfrm>
            <a:custGeom>
              <a:avLst/>
              <a:gdLst/>
              <a:ahLst/>
              <a:cxnLst/>
              <a:rect l="l" t="t" r="r" b="b"/>
              <a:pathLst>
                <a:path w="21337" h="21600" extrusionOk="0">
                  <a:moveTo>
                    <a:pt x="0" y="4387"/>
                  </a:moveTo>
                  <a:lnTo>
                    <a:pt x="15846" y="0"/>
                  </a:lnTo>
                  <a:cubicBezTo>
                    <a:pt x="19012" y="3104"/>
                    <a:pt x="20914" y="6970"/>
                    <a:pt x="21275" y="11038"/>
                  </a:cubicBezTo>
                  <a:cubicBezTo>
                    <a:pt x="21600" y="14704"/>
                    <a:pt x="20656" y="18371"/>
                    <a:pt x="18557" y="21600"/>
                  </a:cubicBezTo>
                  <a:lnTo>
                    <a:pt x="6371" y="7619"/>
                  </a:lnTo>
                  <a:cubicBezTo>
                    <a:pt x="5672" y="6816"/>
                    <a:pt x="4801" y="6128"/>
                    <a:pt x="3803" y="5590"/>
                  </a:cubicBezTo>
                  <a:cubicBezTo>
                    <a:pt x="2651" y="4968"/>
                    <a:pt x="1355" y="4558"/>
                    <a:pt x="0" y="438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4275" tIns="14275" rIns="14275" bIns="1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00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292" name="Google Shape;292;p27"/>
            <p:cNvSpPr txBox="1"/>
            <p:nvPr/>
          </p:nvSpPr>
          <p:spPr>
            <a:xfrm>
              <a:off x="4444343" y="1670781"/>
              <a:ext cx="312300" cy="280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4300" tIns="17150" rIns="34300" bIns="1715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 b="1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rPr>
                <a:t>01</a:t>
              </a:r>
              <a:endParaRPr sz="1600"/>
            </a:p>
          </p:txBody>
        </p:sp>
        <p:sp>
          <p:nvSpPr>
            <p:cNvPr id="293" name="Google Shape;293;p27"/>
            <p:cNvSpPr txBox="1"/>
            <p:nvPr/>
          </p:nvSpPr>
          <p:spPr>
            <a:xfrm>
              <a:off x="5443660" y="2500224"/>
              <a:ext cx="360600" cy="280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4300" tIns="17150" rIns="34300" bIns="1715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 b="1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rPr>
                <a:t>02</a:t>
              </a:r>
              <a:endParaRPr sz="1600"/>
            </a:p>
          </p:txBody>
        </p:sp>
        <p:sp>
          <p:nvSpPr>
            <p:cNvPr id="294" name="Google Shape;294;p27"/>
            <p:cNvSpPr txBox="1"/>
            <p:nvPr/>
          </p:nvSpPr>
          <p:spPr>
            <a:xfrm>
              <a:off x="4929328" y="3709325"/>
              <a:ext cx="368700" cy="280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4300" tIns="17150" rIns="34300" bIns="1715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 b="1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rPr>
                <a:t>03</a:t>
              </a:r>
              <a:endParaRPr sz="1600"/>
            </a:p>
          </p:txBody>
        </p:sp>
        <p:sp>
          <p:nvSpPr>
            <p:cNvPr id="295" name="Google Shape;295;p27"/>
            <p:cNvSpPr txBox="1"/>
            <p:nvPr/>
          </p:nvSpPr>
          <p:spPr>
            <a:xfrm>
              <a:off x="3677557" y="3598802"/>
              <a:ext cx="386700" cy="280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4300" tIns="17150" rIns="34300" bIns="1715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 b="1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rPr>
                <a:t>04</a:t>
              </a:r>
              <a:endParaRPr sz="1600"/>
            </a:p>
          </p:txBody>
        </p:sp>
        <p:sp>
          <p:nvSpPr>
            <p:cNvPr id="296" name="Google Shape;296;p27"/>
            <p:cNvSpPr txBox="1"/>
            <p:nvPr/>
          </p:nvSpPr>
          <p:spPr>
            <a:xfrm>
              <a:off x="3395840" y="2345006"/>
              <a:ext cx="380400" cy="280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4300" tIns="17150" rIns="34300" bIns="1715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 b="1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rPr>
                <a:t>05</a:t>
              </a:r>
              <a:endParaRPr sz="1600"/>
            </a:p>
          </p:txBody>
        </p:sp>
      </p:grpSp>
      <p:sp>
        <p:nvSpPr>
          <p:cNvPr id="297" name="Google Shape;297;p27"/>
          <p:cNvSpPr txBox="1">
            <a:spLocks noGrp="1"/>
          </p:cNvSpPr>
          <p:nvPr>
            <p:ph type="subTitle" idx="5"/>
          </p:nvPr>
        </p:nvSpPr>
        <p:spPr>
          <a:xfrm>
            <a:off x="6354875" y="3668350"/>
            <a:ext cx="2318400" cy="121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Open Sans Medium"/>
              <a:buNone/>
              <a:defRPr sz="1100">
                <a:latin typeface="Open Sans Medium"/>
                <a:ea typeface="Open Sans Medium"/>
                <a:cs typeface="Open Sans Medium"/>
                <a:sym typeface="Open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endParaRPr/>
          </a:p>
        </p:txBody>
      </p:sp>
      <p:pic>
        <p:nvPicPr>
          <p:cNvPr id="298" name="Google Shape;298;p27" descr=" 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39374" y="4423803"/>
            <a:ext cx="247715" cy="202697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" name="Google Shape;299;p27" descr=" 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242268" y="4213922"/>
            <a:ext cx="186342" cy="15631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0" name="Google Shape;300;p27" descr=" 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686354" y="4304750"/>
            <a:ext cx="9525" cy="119048"/>
          </a:xfrm>
          <a:prstGeom prst="rect">
            <a:avLst/>
          </a:prstGeom>
          <a:noFill/>
          <a:ln>
            <a:noFill/>
          </a:ln>
        </p:spPr>
      </p:pic>
      <p:pic>
        <p:nvPicPr>
          <p:cNvPr id="301" name="Google Shape;301;p27" descr=" 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619678" y="4360709"/>
            <a:ext cx="126206" cy="9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2" name="Google Shape;302;p27" descr=" 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648849" y="4321940"/>
            <a:ext cx="76200" cy="76191"/>
          </a:xfrm>
          <a:prstGeom prst="rect">
            <a:avLst/>
          </a:prstGeom>
          <a:noFill/>
          <a:ln>
            <a:noFill/>
          </a:ln>
        </p:spPr>
      </p:pic>
      <p:pic>
        <p:nvPicPr>
          <p:cNvPr id="303" name="Google Shape;303;p27" descr=" 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231617" y="4655018"/>
            <a:ext cx="1043003" cy="488477"/>
          </a:xfrm>
          <a:prstGeom prst="rect">
            <a:avLst/>
          </a:prstGeom>
          <a:noFill/>
          <a:ln>
            <a:noFill/>
          </a:ln>
        </p:spPr>
      </p:pic>
      <p:pic>
        <p:nvPicPr>
          <p:cNvPr id="304" name="Google Shape;304;p27" descr=" 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 rot="3668457">
            <a:off x="8156892" y="75518"/>
            <a:ext cx="1043003" cy="488477"/>
          </a:xfrm>
          <a:prstGeom prst="rect">
            <a:avLst/>
          </a:prstGeom>
          <a:noFill/>
          <a:ln>
            <a:noFill/>
          </a:ln>
        </p:spPr>
      </p:pic>
      <p:pic>
        <p:nvPicPr>
          <p:cNvPr id="305" name="Google Shape;305;p27" descr=" 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-78417" y="-106680"/>
            <a:ext cx="465512" cy="5084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oints 4_3">
  <p:cSld name="CUSTOM_3_1"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28"/>
          <p:cNvSpPr txBox="1">
            <a:spLocks noGrp="1"/>
          </p:cNvSpPr>
          <p:nvPr>
            <p:ph type="title"/>
          </p:nvPr>
        </p:nvSpPr>
        <p:spPr>
          <a:xfrm>
            <a:off x="1245150" y="401725"/>
            <a:ext cx="6653700" cy="423600"/>
          </a:xfrm>
          <a:prstGeom prst="rect">
            <a:avLst/>
          </a:prstGeom>
        </p:spPr>
        <p:txBody>
          <a:bodyPr spcFirstLastPara="1" wrap="square" lIns="34275" tIns="34275" rIns="34275" bIns="34275" anchor="ctr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500"/>
              <a:buNone/>
              <a:defRPr>
                <a:latin typeface="Lato Light"/>
                <a:ea typeface="Lato Light"/>
                <a:cs typeface="Lato Light"/>
                <a:sym typeface="Lato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500"/>
              <a:buNone/>
              <a:defRPr>
                <a:latin typeface="Lato Light"/>
                <a:ea typeface="Lato Light"/>
                <a:cs typeface="Lato Light"/>
                <a:sym typeface="Lato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500"/>
              <a:buNone/>
              <a:defRPr>
                <a:latin typeface="Lato Light"/>
                <a:ea typeface="Lato Light"/>
                <a:cs typeface="Lato Light"/>
                <a:sym typeface="Lato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500"/>
              <a:buNone/>
              <a:defRPr>
                <a:latin typeface="Lato Light"/>
                <a:ea typeface="Lato Light"/>
                <a:cs typeface="Lato Light"/>
                <a:sym typeface="Lato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500"/>
              <a:buNone/>
              <a:defRPr>
                <a:latin typeface="Lato Light"/>
                <a:ea typeface="Lato Light"/>
                <a:cs typeface="Lato Light"/>
                <a:sym typeface="Lato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500"/>
              <a:buNone/>
              <a:defRPr>
                <a:latin typeface="Lato Light"/>
                <a:ea typeface="Lato Light"/>
                <a:cs typeface="Lato Light"/>
                <a:sym typeface="Lato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500"/>
              <a:buNone/>
              <a:defRPr>
                <a:latin typeface="Lato Light"/>
                <a:ea typeface="Lato Light"/>
                <a:cs typeface="Lato Light"/>
                <a:sym typeface="Lato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500"/>
              <a:buNone/>
              <a:defRPr>
                <a:latin typeface="Lato Light"/>
                <a:ea typeface="Lato Light"/>
                <a:cs typeface="Lato Light"/>
                <a:sym typeface="Lato Light"/>
              </a:defRPr>
            </a:lvl9pPr>
          </a:lstStyle>
          <a:p>
            <a:endParaRPr/>
          </a:p>
        </p:txBody>
      </p:sp>
      <p:sp>
        <p:nvSpPr>
          <p:cNvPr id="308" name="Google Shape;308;p28"/>
          <p:cNvSpPr txBox="1">
            <a:spLocks noGrp="1"/>
          </p:cNvSpPr>
          <p:nvPr>
            <p:ph type="subTitle" idx="1"/>
          </p:nvPr>
        </p:nvSpPr>
        <p:spPr>
          <a:xfrm>
            <a:off x="1106375" y="1444225"/>
            <a:ext cx="2881500" cy="130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Open Sans Medium"/>
              <a:buNone/>
              <a:defRPr sz="1100">
                <a:latin typeface="Open Sans Medium"/>
                <a:ea typeface="Open Sans Medium"/>
                <a:cs typeface="Open Sans Medium"/>
                <a:sym typeface="Open Sans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endParaRPr/>
          </a:p>
        </p:txBody>
      </p:sp>
      <p:sp>
        <p:nvSpPr>
          <p:cNvPr id="309" name="Google Shape;309;p28"/>
          <p:cNvSpPr txBox="1">
            <a:spLocks noGrp="1"/>
          </p:cNvSpPr>
          <p:nvPr>
            <p:ph type="subTitle" idx="2"/>
          </p:nvPr>
        </p:nvSpPr>
        <p:spPr>
          <a:xfrm>
            <a:off x="5487500" y="1444225"/>
            <a:ext cx="2881500" cy="130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Open Sans Medium"/>
              <a:buNone/>
              <a:defRPr sz="1100">
                <a:latin typeface="Open Sans Medium"/>
                <a:ea typeface="Open Sans Medium"/>
                <a:cs typeface="Open Sans Medium"/>
                <a:sym typeface="Open Sans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endParaRPr/>
          </a:p>
        </p:txBody>
      </p:sp>
      <p:sp>
        <p:nvSpPr>
          <p:cNvPr id="310" name="Google Shape;310;p28"/>
          <p:cNvSpPr txBox="1">
            <a:spLocks noGrp="1"/>
          </p:cNvSpPr>
          <p:nvPr>
            <p:ph type="subTitle" idx="3"/>
          </p:nvPr>
        </p:nvSpPr>
        <p:spPr>
          <a:xfrm>
            <a:off x="1106375" y="3174175"/>
            <a:ext cx="2881500" cy="130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Open Sans Medium"/>
              <a:buNone/>
              <a:defRPr sz="1100">
                <a:latin typeface="Open Sans Medium"/>
                <a:ea typeface="Open Sans Medium"/>
                <a:cs typeface="Open Sans Medium"/>
                <a:sym typeface="Open Sans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endParaRPr/>
          </a:p>
        </p:txBody>
      </p:sp>
      <p:sp>
        <p:nvSpPr>
          <p:cNvPr id="311" name="Google Shape;311;p28"/>
          <p:cNvSpPr txBox="1">
            <a:spLocks noGrp="1"/>
          </p:cNvSpPr>
          <p:nvPr>
            <p:ph type="subTitle" idx="4"/>
          </p:nvPr>
        </p:nvSpPr>
        <p:spPr>
          <a:xfrm>
            <a:off x="5487500" y="3174175"/>
            <a:ext cx="2881500" cy="130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Open Sans Medium"/>
              <a:buNone/>
              <a:defRPr sz="1100">
                <a:latin typeface="Open Sans Medium"/>
                <a:ea typeface="Open Sans Medium"/>
                <a:cs typeface="Open Sans Medium"/>
                <a:sym typeface="Open Sans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endParaRPr/>
          </a:p>
        </p:txBody>
      </p:sp>
      <p:pic>
        <p:nvPicPr>
          <p:cNvPr id="312" name="Google Shape;312;p28" descr=" 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573358" y="-137400"/>
            <a:ext cx="638850" cy="539119"/>
          </a:xfrm>
          <a:prstGeom prst="rect">
            <a:avLst/>
          </a:prstGeom>
          <a:noFill/>
          <a:ln>
            <a:noFill/>
          </a:ln>
        </p:spPr>
      </p:pic>
      <p:pic>
        <p:nvPicPr>
          <p:cNvPr id="313" name="Google Shape;313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1048190">
            <a:off x="-1393651" y="-1381176"/>
            <a:ext cx="2332475" cy="2399244"/>
          </a:xfrm>
          <a:prstGeom prst="rect">
            <a:avLst/>
          </a:prstGeom>
          <a:noFill/>
          <a:ln>
            <a:noFill/>
          </a:ln>
        </p:spPr>
      </p:pic>
      <p:pic>
        <p:nvPicPr>
          <p:cNvPr id="314" name="Google Shape;314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6940082">
            <a:off x="7950225" y="4082249"/>
            <a:ext cx="2524952" cy="2504202"/>
          </a:xfrm>
          <a:prstGeom prst="rect">
            <a:avLst/>
          </a:prstGeom>
          <a:noFill/>
          <a:ln>
            <a:noFill/>
          </a:ln>
        </p:spPr>
      </p:pic>
      <p:pic>
        <p:nvPicPr>
          <p:cNvPr id="315" name="Google Shape;315;p28" descr=" 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35804" y="4587218"/>
            <a:ext cx="227910" cy="232497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28"/>
          <p:cNvSpPr/>
          <p:nvPr/>
        </p:nvSpPr>
        <p:spPr>
          <a:xfrm>
            <a:off x="1078727" y="3782700"/>
            <a:ext cx="133200" cy="133500"/>
          </a:xfrm>
          <a:prstGeom prst="ellipse">
            <a:avLst/>
          </a:prstGeom>
          <a:noFill/>
          <a:ln w="508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17" name="Google Shape;317;p28" descr=" 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665137" y="4687566"/>
            <a:ext cx="151216" cy="300103"/>
          </a:xfrm>
          <a:prstGeom prst="rect">
            <a:avLst/>
          </a:prstGeom>
          <a:noFill/>
          <a:ln>
            <a:noFill/>
          </a:ln>
        </p:spPr>
      </p:pic>
      <p:pic>
        <p:nvPicPr>
          <p:cNvPr id="318" name="Google Shape;318;p28" descr=" 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433241" y="4427442"/>
            <a:ext cx="183322" cy="163263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28"/>
          <p:cNvSpPr/>
          <p:nvPr/>
        </p:nvSpPr>
        <p:spPr>
          <a:xfrm>
            <a:off x="4493442" y="4578038"/>
            <a:ext cx="66600" cy="66600"/>
          </a:xfrm>
          <a:prstGeom prst="ellipse">
            <a:avLst/>
          </a:prstGeom>
          <a:noFill/>
          <a:ln w="50800" cap="flat" cmpd="sng">
            <a:solidFill>
              <a:srgbClr val="FF8B7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20" name="Google Shape;320;p28" descr=" 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2331265" y="4497075"/>
            <a:ext cx="9525" cy="119048"/>
          </a:xfrm>
          <a:prstGeom prst="rect">
            <a:avLst/>
          </a:prstGeom>
          <a:noFill/>
          <a:ln>
            <a:noFill/>
          </a:ln>
        </p:spPr>
      </p:pic>
      <p:pic>
        <p:nvPicPr>
          <p:cNvPr id="321" name="Google Shape;321;p28" descr=" 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2264590" y="4553034"/>
            <a:ext cx="126206" cy="9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2" name="Google Shape;322;p28" descr=" 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2293760" y="4514265"/>
            <a:ext cx="76200" cy="76191"/>
          </a:xfrm>
          <a:prstGeom prst="rect">
            <a:avLst/>
          </a:prstGeom>
          <a:noFill/>
          <a:ln>
            <a:noFill/>
          </a:ln>
        </p:spPr>
      </p:pic>
      <p:pic>
        <p:nvPicPr>
          <p:cNvPr id="323" name="Google Shape;323;p28" descr=" 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2278878" y="4525650"/>
            <a:ext cx="110575" cy="67857"/>
          </a:xfrm>
          <a:prstGeom prst="rect">
            <a:avLst/>
          </a:prstGeom>
          <a:noFill/>
          <a:ln>
            <a:noFill/>
          </a:ln>
        </p:spPr>
      </p:pic>
      <p:pic>
        <p:nvPicPr>
          <p:cNvPr id="324" name="Google Shape;324;p28" descr=" 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5869806" y="3735075"/>
            <a:ext cx="9525" cy="119048"/>
          </a:xfrm>
          <a:prstGeom prst="rect">
            <a:avLst/>
          </a:prstGeom>
          <a:noFill/>
          <a:ln>
            <a:noFill/>
          </a:ln>
        </p:spPr>
      </p:pic>
      <p:pic>
        <p:nvPicPr>
          <p:cNvPr id="325" name="Google Shape;325;p28" descr=" 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5817418" y="3763650"/>
            <a:ext cx="110575" cy="67857"/>
          </a:xfrm>
          <a:prstGeom prst="rect">
            <a:avLst/>
          </a:prstGeom>
          <a:noFill/>
          <a:ln>
            <a:noFill/>
          </a:ln>
        </p:spPr>
      </p:pic>
      <p:pic>
        <p:nvPicPr>
          <p:cNvPr id="326" name="Google Shape;326;p28" descr=" 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2025617" y="-236157"/>
            <a:ext cx="1043003" cy="48847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27" name="Google Shape;327;p28"/>
          <p:cNvGrpSpPr/>
          <p:nvPr/>
        </p:nvGrpSpPr>
        <p:grpSpPr>
          <a:xfrm>
            <a:off x="519426" y="1444213"/>
            <a:ext cx="487389" cy="442988"/>
            <a:chOff x="1328739" y="2128838"/>
            <a:chExt cx="487389" cy="442988"/>
          </a:xfrm>
        </p:grpSpPr>
        <p:pic>
          <p:nvPicPr>
            <p:cNvPr id="328" name="Google Shape;328;p28" descr=" "/>
            <p:cNvPicPr preferRelativeResize="0"/>
            <p:nvPr/>
          </p:nvPicPr>
          <p:blipFill rotWithShape="1">
            <a:blip r:embed="rId15">
              <a:alphaModFix/>
            </a:blip>
            <a:srcRect/>
            <a:stretch/>
          </p:blipFill>
          <p:spPr>
            <a:xfrm>
              <a:off x="1328739" y="2128838"/>
              <a:ext cx="487389" cy="42857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9" name="Google Shape;329;p28"/>
            <p:cNvSpPr/>
            <p:nvPr/>
          </p:nvSpPr>
          <p:spPr>
            <a:xfrm>
              <a:off x="1404939" y="2219325"/>
              <a:ext cx="328500" cy="35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Balsamiq Sans"/>
                <a:buNone/>
              </a:pPr>
              <a:r>
                <a:rPr lang="en" sz="1800" b="1" i="0" u="none" strike="noStrike" cap="none">
                  <a:solidFill>
                    <a:srgbClr val="FFFFFF"/>
                  </a:solidFill>
                  <a:latin typeface="Balsamiq Sans"/>
                  <a:ea typeface="Balsamiq Sans"/>
                  <a:cs typeface="Balsamiq Sans"/>
                  <a:sym typeface="Balsamiq Sans"/>
                </a:rPr>
                <a:t>01</a:t>
              </a: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30" name="Google Shape;330;p28"/>
          <p:cNvGrpSpPr/>
          <p:nvPr/>
        </p:nvGrpSpPr>
        <p:grpSpPr>
          <a:xfrm>
            <a:off x="5001542" y="1406388"/>
            <a:ext cx="438518" cy="442988"/>
            <a:chOff x="4343404" y="2128838"/>
            <a:chExt cx="438518" cy="442988"/>
          </a:xfrm>
        </p:grpSpPr>
        <p:pic>
          <p:nvPicPr>
            <p:cNvPr id="331" name="Google Shape;331;p28" descr=" "/>
            <p:cNvPicPr preferRelativeResize="0"/>
            <p:nvPr/>
          </p:nvPicPr>
          <p:blipFill rotWithShape="1">
            <a:blip r:embed="rId16">
              <a:alphaModFix/>
            </a:blip>
            <a:srcRect/>
            <a:stretch/>
          </p:blipFill>
          <p:spPr>
            <a:xfrm>
              <a:off x="4343404" y="2128838"/>
              <a:ext cx="438518" cy="42857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32" name="Google Shape;332;p28"/>
            <p:cNvSpPr/>
            <p:nvPr/>
          </p:nvSpPr>
          <p:spPr>
            <a:xfrm>
              <a:off x="4376742" y="2219325"/>
              <a:ext cx="366600" cy="35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Balsamiq Sans"/>
                <a:buNone/>
              </a:pPr>
              <a:r>
                <a:rPr lang="en" sz="1800" b="1" i="0" u="none" strike="noStrike" cap="none">
                  <a:solidFill>
                    <a:srgbClr val="FFFFFF"/>
                  </a:solidFill>
                  <a:latin typeface="Balsamiq Sans"/>
                  <a:ea typeface="Balsamiq Sans"/>
                  <a:cs typeface="Balsamiq Sans"/>
                  <a:sym typeface="Balsamiq Sans"/>
                </a:rPr>
                <a:t>02</a:t>
              </a: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33" name="Google Shape;333;p28"/>
          <p:cNvGrpSpPr/>
          <p:nvPr/>
        </p:nvGrpSpPr>
        <p:grpSpPr>
          <a:xfrm>
            <a:off x="554414" y="3110713"/>
            <a:ext cx="452400" cy="516325"/>
            <a:chOff x="1319214" y="3319463"/>
            <a:chExt cx="452400" cy="516325"/>
          </a:xfrm>
        </p:grpSpPr>
        <p:pic>
          <p:nvPicPr>
            <p:cNvPr id="334" name="Google Shape;334;p28" descr=" "/>
            <p:cNvPicPr preferRelativeResize="0"/>
            <p:nvPr/>
          </p:nvPicPr>
          <p:blipFill rotWithShape="1">
            <a:blip r:embed="rId17">
              <a:alphaModFix/>
            </a:blip>
            <a:srcRect/>
            <a:stretch/>
          </p:blipFill>
          <p:spPr>
            <a:xfrm>
              <a:off x="1325814" y="3319463"/>
              <a:ext cx="439200" cy="442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35" name="Google Shape;335;p28"/>
            <p:cNvSpPr/>
            <p:nvPr/>
          </p:nvSpPr>
          <p:spPr>
            <a:xfrm>
              <a:off x="1319214" y="3397488"/>
              <a:ext cx="452400" cy="438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200"/>
                <a:buFont typeface="Balsamiq Sans"/>
                <a:buNone/>
              </a:pPr>
              <a:r>
                <a:rPr lang="en" sz="1800" b="1" i="0" u="none" strike="noStrike" cap="none">
                  <a:solidFill>
                    <a:srgbClr val="FFFFFF"/>
                  </a:solidFill>
                  <a:latin typeface="Balsamiq Sans"/>
                  <a:ea typeface="Balsamiq Sans"/>
                  <a:cs typeface="Balsamiq Sans"/>
                  <a:sym typeface="Balsamiq Sans"/>
                </a:rPr>
                <a:t>03</a:t>
              </a: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36" name="Google Shape;336;p28"/>
          <p:cNvGrpSpPr/>
          <p:nvPr/>
        </p:nvGrpSpPr>
        <p:grpSpPr>
          <a:xfrm>
            <a:off x="5014732" y="3154600"/>
            <a:ext cx="412140" cy="428572"/>
            <a:chOff x="7710495" y="2986088"/>
            <a:chExt cx="412140" cy="428572"/>
          </a:xfrm>
        </p:grpSpPr>
        <p:pic>
          <p:nvPicPr>
            <p:cNvPr id="337" name="Google Shape;337;p28" descr=" "/>
            <p:cNvPicPr preferRelativeResize="0"/>
            <p:nvPr/>
          </p:nvPicPr>
          <p:blipFill rotWithShape="1">
            <a:blip r:embed="rId18">
              <a:alphaModFix/>
            </a:blip>
            <a:srcRect/>
            <a:stretch/>
          </p:blipFill>
          <p:spPr>
            <a:xfrm>
              <a:off x="7710495" y="2986088"/>
              <a:ext cx="412140" cy="42857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38" name="Google Shape;338;p28"/>
            <p:cNvSpPr/>
            <p:nvPr/>
          </p:nvSpPr>
          <p:spPr>
            <a:xfrm>
              <a:off x="7754945" y="3095625"/>
              <a:ext cx="306300" cy="292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500"/>
                <a:buFont typeface="Balsamiq Sans"/>
                <a:buNone/>
              </a:pPr>
              <a:r>
                <a:rPr lang="en" sz="1800" b="1" i="0" u="none" strike="noStrike" cap="none">
                  <a:solidFill>
                    <a:srgbClr val="FFFFFF"/>
                  </a:solidFill>
                  <a:latin typeface="Balsamiq Sans"/>
                  <a:ea typeface="Balsamiq Sans"/>
                  <a:cs typeface="Balsamiq Sans"/>
                  <a:sym typeface="Balsamiq Sans"/>
                </a:rPr>
                <a:t>04</a:t>
              </a:r>
              <a:endParaRPr sz="1800" i="0" u="none" strike="noStrike" cap="none">
                <a:solidFill>
                  <a:srgbClr val="000000"/>
                </a:solidFill>
                <a:latin typeface="Balsamiq Sans"/>
                <a:ea typeface="Balsamiq Sans"/>
                <a:cs typeface="Balsamiq Sans"/>
                <a:sym typeface="Balsamiq Sans"/>
              </a:endParaRPr>
            </a:p>
          </p:txBody>
        </p:sp>
      </p:grp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1404">
          <p15:clr>
            <a:srgbClr val="E46962"/>
          </p15:clr>
        </p15:guide>
        <p15:guide id="2" orient="horz" pos="979">
          <p15:clr>
            <a:srgbClr val="E46962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95" b="0" i="0">
                <a:solidFill>
                  <a:srgbClr val="332C2C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5/8/2024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4267604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95" b="0" i="0">
                <a:solidFill>
                  <a:srgbClr val="332C2C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373" b="0" i="0">
                <a:solidFill>
                  <a:srgbClr val="332C2C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5/8/2024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868669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948037" y="502088"/>
            <a:ext cx="7248000" cy="71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100"/>
              <a:buFont typeface="Balsamiq Sans"/>
              <a:buNone/>
              <a:defRPr sz="4100" b="1">
                <a:solidFill>
                  <a:schemeClr val="dk1"/>
                </a:solidFill>
                <a:latin typeface="Balsamiq Sans"/>
                <a:ea typeface="Balsamiq Sans"/>
                <a:cs typeface="Balsamiq Sans"/>
                <a:sym typeface="Balsamiq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00"/>
              <a:buNone/>
              <a:defRPr sz="500"/>
            </a:lvl2pPr>
            <a:lvl3pPr lvl="2">
              <a:spcBef>
                <a:spcPts val="0"/>
              </a:spcBef>
              <a:spcAft>
                <a:spcPts val="0"/>
              </a:spcAft>
              <a:buSzPts val="500"/>
              <a:buNone/>
              <a:defRPr sz="500"/>
            </a:lvl3pPr>
            <a:lvl4pPr lvl="3">
              <a:spcBef>
                <a:spcPts val="0"/>
              </a:spcBef>
              <a:spcAft>
                <a:spcPts val="0"/>
              </a:spcAft>
              <a:buSzPts val="500"/>
              <a:buNone/>
              <a:defRPr sz="500"/>
            </a:lvl4pPr>
            <a:lvl5pPr lvl="4">
              <a:spcBef>
                <a:spcPts val="0"/>
              </a:spcBef>
              <a:spcAft>
                <a:spcPts val="0"/>
              </a:spcAft>
              <a:buSzPts val="500"/>
              <a:buNone/>
              <a:defRPr sz="500"/>
            </a:lvl5pPr>
            <a:lvl6pPr lvl="5">
              <a:spcBef>
                <a:spcPts val="0"/>
              </a:spcBef>
              <a:spcAft>
                <a:spcPts val="0"/>
              </a:spcAft>
              <a:buSzPts val="500"/>
              <a:buNone/>
              <a:defRPr sz="500"/>
            </a:lvl6pPr>
            <a:lvl7pPr lvl="6">
              <a:spcBef>
                <a:spcPts val="0"/>
              </a:spcBef>
              <a:spcAft>
                <a:spcPts val="0"/>
              </a:spcAft>
              <a:buSzPts val="500"/>
              <a:buNone/>
              <a:defRPr sz="500"/>
            </a:lvl7pPr>
            <a:lvl8pPr lvl="7">
              <a:spcBef>
                <a:spcPts val="0"/>
              </a:spcBef>
              <a:spcAft>
                <a:spcPts val="0"/>
              </a:spcAft>
              <a:buSzPts val="500"/>
              <a:buNone/>
              <a:defRPr sz="500"/>
            </a:lvl8pPr>
            <a:lvl9pPr lvl="8">
              <a:spcBef>
                <a:spcPts val="0"/>
              </a:spcBef>
              <a:spcAft>
                <a:spcPts val="0"/>
              </a:spcAft>
              <a:buSzPts val="500"/>
              <a:buNone/>
              <a:defRPr sz="500"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948100" y="2097750"/>
            <a:ext cx="7248000" cy="258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Char char="●"/>
              <a:defRPr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Char char="○"/>
              <a:defRPr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Char char="■"/>
              <a:defRPr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Char char="●"/>
              <a:defRPr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Char char="○"/>
              <a:defRPr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Char char="■"/>
              <a:defRPr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Char char="●"/>
              <a:defRPr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Char char="○"/>
              <a:defRPr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Char char="■"/>
              <a:defRPr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6" r:id="rId16"/>
    <p:sldLayoutId id="2147483677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g"/><Relationship Id="rId1" Type="http://schemas.openxmlformats.org/officeDocument/2006/relationships/slideLayout" Target="../slideLayouts/slideLayout2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g"/><Relationship Id="rId1" Type="http://schemas.openxmlformats.org/officeDocument/2006/relationships/slideLayout" Target="../slideLayouts/slideLayout2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g"/><Relationship Id="rId1" Type="http://schemas.openxmlformats.org/officeDocument/2006/relationships/slideLayout" Target="../slideLayouts/slideLayout2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29"/>
          <p:cNvSpPr txBox="1">
            <a:spLocks noGrp="1"/>
          </p:cNvSpPr>
          <p:nvPr>
            <p:ph type="title"/>
          </p:nvPr>
        </p:nvSpPr>
        <p:spPr>
          <a:xfrm>
            <a:off x="732150" y="1432763"/>
            <a:ext cx="7679700" cy="726900"/>
          </a:xfrm>
          <a:prstGeom prst="rect">
            <a:avLst/>
          </a:prstGeom>
        </p:spPr>
        <p:txBody>
          <a:bodyPr spcFirstLastPara="1" wrap="square" lIns="34275" tIns="34275" rIns="34275" bIns="3427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Elementos clave de un mensaje de ChatGPT</a:t>
            </a:r>
            <a:endParaRPr/>
          </a:p>
        </p:txBody>
      </p:sp>
      <p:sp>
        <p:nvSpPr>
          <p:cNvPr id="344" name="Google Shape;344;p29"/>
          <p:cNvSpPr txBox="1">
            <a:spLocks noGrp="1"/>
          </p:cNvSpPr>
          <p:nvPr>
            <p:ph type="body" idx="1"/>
          </p:nvPr>
        </p:nvSpPr>
        <p:spPr>
          <a:xfrm>
            <a:off x="732150" y="2229500"/>
            <a:ext cx="7679700" cy="195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Esta presentación analiza los elementos clave necesarios para diseñar un mensaje efectivo para ChatGPT.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" name="Google Shape;358;p31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27895" r="27895"/>
          <a:stretch/>
        </p:blipFill>
        <p:spPr>
          <a:xfrm>
            <a:off x="123700" y="159225"/>
            <a:ext cx="3227400" cy="4836600"/>
          </a:xfrm>
          <a:prstGeom prst="roundRect">
            <a:avLst>
              <a:gd name="adj" fmla="val 16667"/>
            </a:avLst>
          </a:prstGeom>
        </p:spPr>
      </p:pic>
      <p:sp>
        <p:nvSpPr>
          <p:cNvPr id="359" name="Google Shape;359;p31"/>
          <p:cNvSpPr txBox="1">
            <a:spLocks noGrp="1"/>
          </p:cNvSpPr>
          <p:nvPr>
            <p:ph type="subTitle" idx="1"/>
          </p:nvPr>
        </p:nvSpPr>
        <p:spPr>
          <a:xfrm>
            <a:off x="4135200" y="1595175"/>
            <a:ext cx="4176600" cy="196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115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El mensaje debe proporcionar un contexto claro y específico sobre la tarea o pregunta.</a:t>
            </a:r>
            <a:endParaRPr/>
          </a:p>
          <a:p>
            <a:pPr marL="457200" lvl="0" indent="-31115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Las ambigüedades o generalidades en el mensaje pueden dar lugar a respuestas imprecisas.</a:t>
            </a:r>
            <a:endParaRPr/>
          </a:p>
        </p:txBody>
      </p:sp>
      <p:sp>
        <p:nvSpPr>
          <p:cNvPr id="360" name="Google Shape;360;p31"/>
          <p:cNvSpPr txBox="1">
            <a:spLocks noGrp="1"/>
          </p:cNvSpPr>
          <p:nvPr>
            <p:ph type="title"/>
          </p:nvPr>
        </p:nvSpPr>
        <p:spPr>
          <a:xfrm>
            <a:off x="4135200" y="650250"/>
            <a:ext cx="4270500" cy="726900"/>
          </a:xfrm>
          <a:prstGeom prst="rect">
            <a:avLst/>
          </a:prstGeom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Contexto claro y específico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5" name="Google Shape;365;p32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24978" r="24973"/>
          <a:stretch/>
        </p:blipFill>
        <p:spPr>
          <a:xfrm>
            <a:off x="5735849" y="110100"/>
            <a:ext cx="3285300" cy="4923300"/>
          </a:xfrm>
          <a:prstGeom prst="roundRect">
            <a:avLst>
              <a:gd name="adj" fmla="val 16667"/>
            </a:avLst>
          </a:prstGeom>
        </p:spPr>
      </p:pic>
      <p:sp>
        <p:nvSpPr>
          <p:cNvPr id="366" name="Google Shape;366;p32"/>
          <p:cNvSpPr txBox="1">
            <a:spLocks noGrp="1"/>
          </p:cNvSpPr>
          <p:nvPr>
            <p:ph type="title"/>
          </p:nvPr>
        </p:nvSpPr>
        <p:spPr>
          <a:xfrm>
            <a:off x="642700" y="650250"/>
            <a:ext cx="4270500" cy="726900"/>
          </a:xfrm>
          <a:prstGeom prst="rect">
            <a:avLst/>
          </a:prstGeom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Instrucciones precisas</a:t>
            </a:r>
            <a:endParaRPr/>
          </a:p>
        </p:txBody>
      </p:sp>
      <p:sp>
        <p:nvSpPr>
          <p:cNvPr id="367" name="Google Shape;367;p32"/>
          <p:cNvSpPr txBox="1">
            <a:spLocks noGrp="1"/>
          </p:cNvSpPr>
          <p:nvPr>
            <p:ph type="subTitle" idx="1"/>
          </p:nvPr>
        </p:nvSpPr>
        <p:spPr>
          <a:xfrm>
            <a:off x="1185925" y="1687125"/>
            <a:ext cx="3727200" cy="93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Las instrucciones vagas o confusas pueden provocar respuestas irrelevantes.</a:t>
            </a:r>
            <a:endParaRPr dirty="0"/>
          </a:p>
        </p:txBody>
      </p:sp>
      <p:sp>
        <p:nvSpPr>
          <p:cNvPr id="368" name="Google Shape;368;p32"/>
          <p:cNvSpPr txBox="1">
            <a:spLocks noGrp="1"/>
          </p:cNvSpPr>
          <p:nvPr>
            <p:ph type="subTitle" idx="3"/>
          </p:nvPr>
        </p:nvSpPr>
        <p:spPr>
          <a:xfrm>
            <a:off x="1185925" y="2726325"/>
            <a:ext cx="3727200" cy="93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Las instrucciones en el mensaje deben ser precisas y directas.</a:t>
            </a:r>
            <a:endParaRPr/>
          </a:p>
        </p:txBody>
      </p:sp>
      <p:sp>
        <p:nvSpPr>
          <p:cNvPr id="369" name="Google Shape;369;p32"/>
          <p:cNvSpPr txBox="1">
            <a:spLocks noGrp="1"/>
          </p:cNvSpPr>
          <p:nvPr>
            <p:ph type="subTitle" idx="4"/>
          </p:nvPr>
        </p:nvSpPr>
        <p:spPr>
          <a:xfrm>
            <a:off x="1185925" y="3765525"/>
            <a:ext cx="3727200" cy="93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Indique claramente lo que se espera como respuesta.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4" name="Google Shape;374;p33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27815" r="27820"/>
          <a:stretch/>
        </p:blipFill>
        <p:spPr>
          <a:xfrm>
            <a:off x="123700" y="159225"/>
            <a:ext cx="3227400" cy="4836600"/>
          </a:xfrm>
          <a:prstGeom prst="roundRect">
            <a:avLst>
              <a:gd name="adj" fmla="val 16667"/>
            </a:avLst>
          </a:prstGeom>
        </p:spPr>
      </p:pic>
      <p:sp>
        <p:nvSpPr>
          <p:cNvPr id="375" name="Google Shape;375;p33"/>
          <p:cNvSpPr txBox="1">
            <a:spLocks noGrp="1"/>
          </p:cNvSpPr>
          <p:nvPr>
            <p:ph type="subTitle" idx="1"/>
          </p:nvPr>
        </p:nvSpPr>
        <p:spPr>
          <a:xfrm>
            <a:off x="4135200" y="1595175"/>
            <a:ext cx="4176600" cy="196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115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dirty="0"/>
              <a:t>En algunos casos, proporcione ejemplos concretos para guiar el modelo.</a:t>
            </a:r>
          </a:p>
          <a:p>
            <a:pPr marL="14605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300"/>
            </a:pPr>
            <a:endParaRPr dirty="0"/>
          </a:p>
          <a:p>
            <a:pPr marL="457200" lvl="0" indent="-31115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dirty="0"/>
              <a:t>Los ejemplos deben ser relevantes y representativos de la tarea o pregunta.</a:t>
            </a:r>
            <a:endParaRPr dirty="0"/>
          </a:p>
        </p:txBody>
      </p:sp>
      <p:sp>
        <p:nvSpPr>
          <p:cNvPr id="376" name="Google Shape;376;p33"/>
          <p:cNvSpPr txBox="1">
            <a:spLocks noGrp="1"/>
          </p:cNvSpPr>
          <p:nvPr>
            <p:ph type="title"/>
          </p:nvPr>
        </p:nvSpPr>
        <p:spPr>
          <a:xfrm>
            <a:off x="4135200" y="650250"/>
            <a:ext cx="4270500" cy="726900"/>
          </a:xfrm>
          <a:prstGeom prst="rect">
            <a:avLst/>
          </a:prstGeom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Ejemplos concretos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1603567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1" name="Google Shape;381;p34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3677" r="3677"/>
          <a:stretch/>
        </p:blipFill>
        <p:spPr>
          <a:xfrm>
            <a:off x="113725" y="119400"/>
            <a:ext cx="3273000" cy="4904700"/>
          </a:xfrm>
          <a:prstGeom prst="roundRect">
            <a:avLst>
              <a:gd name="adj" fmla="val 16667"/>
            </a:avLst>
          </a:prstGeom>
        </p:spPr>
      </p:pic>
      <p:sp>
        <p:nvSpPr>
          <p:cNvPr id="382" name="Google Shape;382;p34"/>
          <p:cNvSpPr txBox="1">
            <a:spLocks noGrp="1"/>
          </p:cNvSpPr>
          <p:nvPr>
            <p:ph type="title"/>
          </p:nvPr>
        </p:nvSpPr>
        <p:spPr>
          <a:xfrm>
            <a:off x="4135200" y="650250"/>
            <a:ext cx="4270500" cy="726900"/>
          </a:xfrm>
          <a:prstGeom prst="rect">
            <a:avLst/>
          </a:prstGeom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Límite de longitud</a:t>
            </a:r>
            <a:endParaRPr/>
          </a:p>
        </p:txBody>
      </p:sp>
      <p:sp>
        <p:nvSpPr>
          <p:cNvPr id="383" name="Google Shape;383;p34"/>
          <p:cNvSpPr txBox="1">
            <a:spLocks noGrp="1"/>
          </p:cNvSpPr>
          <p:nvPr>
            <p:ph type="subTitle" idx="1"/>
          </p:nvPr>
        </p:nvSpPr>
        <p:spPr>
          <a:xfrm>
            <a:off x="4678425" y="1687125"/>
            <a:ext cx="3727200" cy="93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Ayuda a garantizar que las respuestas generadas se ajusten a la longitud deseada.</a:t>
            </a:r>
            <a:endParaRPr/>
          </a:p>
        </p:txBody>
      </p:sp>
      <p:sp>
        <p:nvSpPr>
          <p:cNvPr id="384" name="Google Shape;384;p34"/>
          <p:cNvSpPr txBox="1">
            <a:spLocks noGrp="1"/>
          </p:cNvSpPr>
          <p:nvPr>
            <p:ph type="subTitle" idx="3"/>
          </p:nvPr>
        </p:nvSpPr>
        <p:spPr>
          <a:xfrm>
            <a:off x="4678425" y="2726325"/>
            <a:ext cx="3727200" cy="93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Indique límites de longitud específicos si es necesario.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9" name="Google Shape;389;p35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27765" r="27765"/>
          <a:stretch/>
        </p:blipFill>
        <p:spPr>
          <a:xfrm>
            <a:off x="5782350" y="110350"/>
            <a:ext cx="3249000" cy="4869000"/>
          </a:xfrm>
          <a:prstGeom prst="roundRect">
            <a:avLst>
              <a:gd name="adj" fmla="val 16667"/>
            </a:avLst>
          </a:prstGeom>
        </p:spPr>
      </p:pic>
      <p:sp>
        <p:nvSpPr>
          <p:cNvPr id="390" name="Google Shape;390;p35"/>
          <p:cNvSpPr txBox="1">
            <a:spLocks noGrp="1"/>
          </p:cNvSpPr>
          <p:nvPr>
            <p:ph type="title"/>
          </p:nvPr>
        </p:nvSpPr>
        <p:spPr>
          <a:xfrm>
            <a:off x="632175" y="650250"/>
            <a:ext cx="5046000" cy="726900"/>
          </a:xfrm>
          <a:prstGeom prst="rect">
            <a:avLst/>
          </a:prstGeom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Claridad en el formato de respuesta</a:t>
            </a:r>
            <a:endParaRPr/>
          </a:p>
        </p:txBody>
      </p:sp>
      <p:sp>
        <p:nvSpPr>
          <p:cNvPr id="391" name="Google Shape;391;p35"/>
          <p:cNvSpPr txBox="1">
            <a:spLocks noGrp="1"/>
          </p:cNvSpPr>
          <p:nvPr>
            <p:ph type="subTitle" idx="1"/>
          </p:nvPr>
        </p:nvSpPr>
        <p:spPr>
          <a:xfrm>
            <a:off x="642700" y="1562500"/>
            <a:ext cx="4337400" cy="196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115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Indique claramente el formato esperado para la respuesta.</a:t>
            </a:r>
            <a:endParaRPr/>
          </a:p>
          <a:p>
            <a:pPr marL="457200" lvl="0" indent="-31115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Evite las respuestas fuera de formato o inapropiadas.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6" name="Google Shape;396;p36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34255" r="34255"/>
          <a:stretch/>
        </p:blipFill>
        <p:spPr>
          <a:xfrm>
            <a:off x="5735849" y="110100"/>
            <a:ext cx="3285300" cy="4923300"/>
          </a:xfrm>
          <a:prstGeom prst="roundRect">
            <a:avLst>
              <a:gd name="adj" fmla="val 16667"/>
            </a:avLst>
          </a:prstGeom>
        </p:spPr>
      </p:pic>
      <p:sp>
        <p:nvSpPr>
          <p:cNvPr id="397" name="Google Shape;397;p36"/>
          <p:cNvSpPr txBox="1">
            <a:spLocks noGrp="1"/>
          </p:cNvSpPr>
          <p:nvPr>
            <p:ph type="title"/>
          </p:nvPr>
        </p:nvSpPr>
        <p:spPr>
          <a:xfrm>
            <a:off x="642700" y="650250"/>
            <a:ext cx="4270500" cy="726900"/>
          </a:xfrm>
          <a:prstGeom prst="rect">
            <a:avLst/>
          </a:prstGeom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Retroalimentación y ajuste</a:t>
            </a:r>
            <a:endParaRPr/>
          </a:p>
        </p:txBody>
      </p:sp>
      <p:sp>
        <p:nvSpPr>
          <p:cNvPr id="398" name="Google Shape;398;p36"/>
          <p:cNvSpPr txBox="1">
            <a:spLocks noGrp="1"/>
          </p:cNvSpPr>
          <p:nvPr>
            <p:ph type="subTitle" idx="1"/>
          </p:nvPr>
        </p:nvSpPr>
        <p:spPr>
          <a:xfrm>
            <a:off x="1185925" y="1687125"/>
            <a:ext cx="3727200" cy="93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Optimice los resultados a través de la mejora iterativa.</a:t>
            </a:r>
            <a:endParaRPr/>
          </a:p>
        </p:txBody>
      </p:sp>
      <p:sp>
        <p:nvSpPr>
          <p:cNvPr id="399" name="Google Shape;399;p36"/>
          <p:cNvSpPr txBox="1">
            <a:spLocks noGrp="1"/>
          </p:cNvSpPr>
          <p:nvPr>
            <p:ph type="subTitle" idx="3"/>
          </p:nvPr>
        </p:nvSpPr>
        <p:spPr>
          <a:xfrm>
            <a:off x="1185925" y="2726325"/>
            <a:ext cx="3727200" cy="93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Revise las respuestas del modelo y proporcione comentarios.</a:t>
            </a:r>
            <a:endParaRPr/>
          </a:p>
        </p:txBody>
      </p:sp>
      <p:sp>
        <p:nvSpPr>
          <p:cNvPr id="400" name="Google Shape;400;p36"/>
          <p:cNvSpPr txBox="1">
            <a:spLocks noGrp="1"/>
          </p:cNvSpPr>
          <p:nvPr>
            <p:ph type="subTitle" idx="4"/>
          </p:nvPr>
        </p:nvSpPr>
        <p:spPr>
          <a:xfrm>
            <a:off x="1185925" y="3765525"/>
            <a:ext cx="3727200" cy="93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Realice ajustes rápidos en función de los comentarios recibidos.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11467" y="1554333"/>
            <a:ext cx="2611389" cy="2611389"/>
            <a:chOff x="1619999" y="3112503"/>
            <a:chExt cx="5229225" cy="5229225"/>
          </a:xfrm>
        </p:grpSpPr>
        <p:sp>
          <p:nvSpPr>
            <p:cNvPr id="3" name="object 3"/>
            <p:cNvSpPr/>
            <p:nvPr/>
          </p:nvSpPr>
          <p:spPr>
            <a:xfrm>
              <a:off x="1619999" y="3112503"/>
              <a:ext cx="5229225" cy="5229225"/>
            </a:xfrm>
            <a:custGeom>
              <a:avLst/>
              <a:gdLst/>
              <a:ahLst/>
              <a:cxnLst/>
              <a:rect l="l" t="t" r="r" b="b"/>
              <a:pathLst>
                <a:path w="5229225" h="5229225">
                  <a:moveTo>
                    <a:pt x="5229225" y="0"/>
                  </a:moveTo>
                  <a:lnTo>
                    <a:pt x="0" y="0"/>
                  </a:lnTo>
                  <a:lnTo>
                    <a:pt x="0" y="5229225"/>
                  </a:lnTo>
                  <a:lnTo>
                    <a:pt x="5229225" y="5229225"/>
                  </a:lnTo>
                  <a:lnTo>
                    <a:pt x="5229225" y="0"/>
                  </a:lnTo>
                  <a:close/>
                </a:path>
              </a:pathLst>
            </a:custGeom>
            <a:solidFill>
              <a:srgbClr val="332C2C"/>
            </a:solidFill>
          </p:spPr>
          <p:txBody>
            <a:bodyPr wrap="square" lIns="0" tIns="0" rIns="0" bIns="0" rtlCol="0"/>
            <a:lstStyle/>
            <a:p>
              <a:endParaRPr sz="699"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90611" y="3171736"/>
              <a:ext cx="5095874" cy="5095874"/>
            </a:xfrm>
            <a:prstGeom prst="rect">
              <a:avLst/>
            </a:prstGeom>
          </p:spPr>
        </p:pic>
      </p:grpSp>
      <p:sp>
        <p:nvSpPr>
          <p:cNvPr id="5" name="object 5"/>
          <p:cNvSpPr/>
          <p:nvPr/>
        </p:nvSpPr>
        <p:spPr>
          <a:xfrm>
            <a:off x="6515533" y="2801579"/>
            <a:ext cx="2619950" cy="2335821"/>
          </a:xfrm>
          <a:custGeom>
            <a:avLst/>
            <a:gdLst/>
            <a:ahLst/>
            <a:cxnLst/>
            <a:rect l="l" t="t" r="r" b="b"/>
            <a:pathLst>
              <a:path w="5246369" h="4677409">
                <a:moveTo>
                  <a:pt x="5245784" y="0"/>
                </a:moveTo>
                <a:lnTo>
                  <a:pt x="5190872" y="5807"/>
                </a:lnTo>
                <a:lnTo>
                  <a:pt x="5140122" y="12097"/>
                </a:lnTo>
                <a:lnTo>
                  <a:pt x="5089919" y="19185"/>
                </a:lnTo>
                <a:lnTo>
                  <a:pt x="5040255" y="27063"/>
                </a:lnTo>
                <a:lnTo>
                  <a:pt x="4991124" y="35720"/>
                </a:lnTo>
                <a:lnTo>
                  <a:pt x="4942520" y="45146"/>
                </a:lnTo>
                <a:lnTo>
                  <a:pt x="4894437" y="55333"/>
                </a:lnTo>
                <a:lnTo>
                  <a:pt x="4846867" y="66271"/>
                </a:lnTo>
                <a:lnTo>
                  <a:pt x="4799805" y="77950"/>
                </a:lnTo>
                <a:lnTo>
                  <a:pt x="4753244" y="90362"/>
                </a:lnTo>
                <a:lnTo>
                  <a:pt x="4707177" y="103495"/>
                </a:lnTo>
                <a:lnTo>
                  <a:pt x="4661598" y="117341"/>
                </a:lnTo>
                <a:lnTo>
                  <a:pt x="4616500" y="131891"/>
                </a:lnTo>
                <a:lnTo>
                  <a:pt x="4571877" y="147134"/>
                </a:lnTo>
                <a:lnTo>
                  <a:pt x="4527722" y="163061"/>
                </a:lnTo>
                <a:lnTo>
                  <a:pt x="4484029" y="179664"/>
                </a:lnTo>
                <a:lnTo>
                  <a:pt x="4440791" y="196932"/>
                </a:lnTo>
                <a:lnTo>
                  <a:pt x="4398002" y="214855"/>
                </a:lnTo>
                <a:lnTo>
                  <a:pt x="4355656" y="233425"/>
                </a:lnTo>
                <a:lnTo>
                  <a:pt x="4313745" y="252632"/>
                </a:lnTo>
                <a:lnTo>
                  <a:pt x="4272264" y="272466"/>
                </a:lnTo>
                <a:lnTo>
                  <a:pt x="4231205" y="292917"/>
                </a:lnTo>
                <a:lnTo>
                  <a:pt x="4190562" y="313977"/>
                </a:lnTo>
                <a:lnTo>
                  <a:pt x="4150330" y="335636"/>
                </a:lnTo>
                <a:lnTo>
                  <a:pt x="4110501" y="357884"/>
                </a:lnTo>
                <a:lnTo>
                  <a:pt x="4071068" y="380712"/>
                </a:lnTo>
                <a:lnTo>
                  <a:pt x="4032026" y="404110"/>
                </a:lnTo>
                <a:lnTo>
                  <a:pt x="3993367" y="428069"/>
                </a:lnTo>
                <a:lnTo>
                  <a:pt x="3955086" y="452579"/>
                </a:lnTo>
                <a:lnTo>
                  <a:pt x="3917176" y="477630"/>
                </a:lnTo>
                <a:lnTo>
                  <a:pt x="3879629" y="503214"/>
                </a:lnTo>
                <a:lnTo>
                  <a:pt x="3842441" y="529321"/>
                </a:lnTo>
                <a:lnTo>
                  <a:pt x="3805604" y="555941"/>
                </a:lnTo>
                <a:lnTo>
                  <a:pt x="3769111" y="583065"/>
                </a:lnTo>
                <a:lnTo>
                  <a:pt x="3732957" y="610683"/>
                </a:lnTo>
                <a:lnTo>
                  <a:pt x="3697135" y="638786"/>
                </a:lnTo>
                <a:lnTo>
                  <a:pt x="3661638" y="667363"/>
                </a:lnTo>
                <a:lnTo>
                  <a:pt x="3626459" y="696407"/>
                </a:lnTo>
                <a:lnTo>
                  <a:pt x="3591593" y="725907"/>
                </a:lnTo>
                <a:lnTo>
                  <a:pt x="3557033" y="755853"/>
                </a:lnTo>
                <a:lnTo>
                  <a:pt x="3522772" y="786237"/>
                </a:lnTo>
                <a:lnTo>
                  <a:pt x="3488803" y="817049"/>
                </a:lnTo>
                <a:lnTo>
                  <a:pt x="3455121" y="848278"/>
                </a:lnTo>
                <a:lnTo>
                  <a:pt x="3421718" y="879917"/>
                </a:lnTo>
                <a:lnTo>
                  <a:pt x="3388589" y="911954"/>
                </a:lnTo>
                <a:lnTo>
                  <a:pt x="3355726" y="944381"/>
                </a:lnTo>
                <a:lnTo>
                  <a:pt x="3323124" y="977189"/>
                </a:lnTo>
                <a:lnTo>
                  <a:pt x="3290775" y="1010367"/>
                </a:lnTo>
                <a:lnTo>
                  <a:pt x="3258674" y="1043906"/>
                </a:lnTo>
                <a:lnTo>
                  <a:pt x="3226813" y="1077797"/>
                </a:lnTo>
                <a:lnTo>
                  <a:pt x="3195187" y="1112030"/>
                </a:lnTo>
                <a:lnTo>
                  <a:pt x="3163788" y="1146595"/>
                </a:lnTo>
                <a:lnTo>
                  <a:pt x="3132610" y="1181484"/>
                </a:lnTo>
                <a:lnTo>
                  <a:pt x="3101647" y="1216687"/>
                </a:lnTo>
                <a:lnTo>
                  <a:pt x="3070892" y="1252193"/>
                </a:lnTo>
                <a:lnTo>
                  <a:pt x="3040339" y="1287995"/>
                </a:lnTo>
                <a:lnTo>
                  <a:pt x="3009981" y="1324081"/>
                </a:lnTo>
                <a:lnTo>
                  <a:pt x="2979812" y="1360443"/>
                </a:lnTo>
                <a:lnTo>
                  <a:pt x="2949825" y="1397071"/>
                </a:lnTo>
                <a:lnTo>
                  <a:pt x="2920014" y="1433956"/>
                </a:lnTo>
                <a:lnTo>
                  <a:pt x="2890372" y="1471088"/>
                </a:lnTo>
                <a:lnTo>
                  <a:pt x="2860892" y="1508457"/>
                </a:lnTo>
                <a:lnTo>
                  <a:pt x="2831569" y="1546055"/>
                </a:lnTo>
                <a:lnTo>
                  <a:pt x="2802395" y="1583871"/>
                </a:lnTo>
                <a:lnTo>
                  <a:pt x="2773364" y="1621897"/>
                </a:lnTo>
                <a:lnTo>
                  <a:pt x="2744471" y="1660121"/>
                </a:lnTo>
                <a:lnTo>
                  <a:pt x="2715707" y="1698536"/>
                </a:lnTo>
                <a:lnTo>
                  <a:pt x="2687067" y="1737132"/>
                </a:lnTo>
                <a:lnTo>
                  <a:pt x="2658544" y="1775899"/>
                </a:lnTo>
                <a:lnTo>
                  <a:pt x="2630131" y="1814827"/>
                </a:lnTo>
                <a:lnTo>
                  <a:pt x="2601823" y="1853907"/>
                </a:lnTo>
                <a:lnTo>
                  <a:pt x="2573613" y="1893130"/>
                </a:lnTo>
                <a:lnTo>
                  <a:pt x="2545493" y="1932486"/>
                </a:lnTo>
                <a:lnTo>
                  <a:pt x="2517459" y="1971966"/>
                </a:lnTo>
                <a:lnTo>
                  <a:pt x="2489502" y="2011559"/>
                </a:lnTo>
                <a:lnTo>
                  <a:pt x="2461617" y="2051258"/>
                </a:lnTo>
                <a:lnTo>
                  <a:pt x="2433797" y="2091051"/>
                </a:lnTo>
                <a:lnTo>
                  <a:pt x="2406036" y="2130930"/>
                </a:lnTo>
                <a:lnTo>
                  <a:pt x="2378327" y="2170884"/>
                </a:lnTo>
                <a:lnTo>
                  <a:pt x="2350663" y="2210906"/>
                </a:lnTo>
                <a:lnTo>
                  <a:pt x="2323039" y="2250984"/>
                </a:lnTo>
                <a:lnTo>
                  <a:pt x="2295447" y="2291110"/>
                </a:lnTo>
                <a:lnTo>
                  <a:pt x="2267881" y="2331274"/>
                </a:lnTo>
                <a:lnTo>
                  <a:pt x="2240335" y="2371466"/>
                </a:lnTo>
                <a:lnTo>
                  <a:pt x="2212802" y="2411678"/>
                </a:lnTo>
                <a:lnTo>
                  <a:pt x="2185276" y="2451899"/>
                </a:lnTo>
                <a:lnTo>
                  <a:pt x="2157749" y="2492120"/>
                </a:lnTo>
                <a:lnTo>
                  <a:pt x="2130216" y="2532331"/>
                </a:lnTo>
                <a:lnTo>
                  <a:pt x="2102670" y="2572523"/>
                </a:lnTo>
                <a:lnTo>
                  <a:pt x="2075104" y="2612687"/>
                </a:lnTo>
                <a:lnTo>
                  <a:pt x="2047512" y="2652812"/>
                </a:lnTo>
                <a:lnTo>
                  <a:pt x="2019888" y="2692891"/>
                </a:lnTo>
                <a:lnTo>
                  <a:pt x="1992224" y="2732912"/>
                </a:lnTo>
                <a:lnTo>
                  <a:pt x="1964515" y="2772866"/>
                </a:lnTo>
                <a:lnTo>
                  <a:pt x="1936754" y="2812745"/>
                </a:lnTo>
                <a:lnTo>
                  <a:pt x="1908934" y="2852538"/>
                </a:lnTo>
                <a:lnTo>
                  <a:pt x="1881049" y="2892236"/>
                </a:lnTo>
                <a:lnTo>
                  <a:pt x="1853093" y="2931830"/>
                </a:lnTo>
                <a:lnTo>
                  <a:pt x="1825058" y="2971309"/>
                </a:lnTo>
                <a:lnTo>
                  <a:pt x="1796939" y="3010665"/>
                </a:lnTo>
                <a:lnTo>
                  <a:pt x="1768728" y="3049888"/>
                </a:lnTo>
                <a:lnTo>
                  <a:pt x="1740420" y="3088968"/>
                </a:lnTo>
                <a:lnTo>
                  <a:pt x="1712008" y="3127896"/>
                </a:lnTo>
                <a:lnTo>
                  <a:pt x="1683485" y="3166663"/>
                </a:lnTo>
                <a:lnTo>
                  <a:pt x="1654845" y="3205258"/>
                </a:lnTo>
                <a:lnTo>
                  <a:pt x="1626082" y="3243673"/>
                </a:lnTo>
                <a:lnTo>
                  <a:pt x="1597188" y="3281898"/>
                </a:lnTo>
                <a:lnTo>
                  <a:pt x="1568158" y="3319923"/>
                </a:lnTo>
                <a:lnTo>
                  <a:pt x="1538984" y="3357739"/>
                </a:lnTo>
                <a:lnTo>
                  <a:pt x="1509661" y="3395337"/>
                </a:lnTo>
                <a:lnTo>
                  <a:pt x="1480182" y="3432706"/>
                </a:lnTo>
                <a:lnTo>
                  <a:pt x="1450540" y="3469838"/>
                </a:lnTo>
                <a:lnTo>
                  <a:pt x="1420729" y="3506723"/>
                </a:lnTo>
                <a:lnTo>
                  <a:pt x="1390742" y="3543351"/>
                </a:lnTo>
                <a:lnTo>
                  <a:pt x="1360573" y="3579713"/>
                </a:lnTo>
                <a:lnTo>
                  <a:pt x="1330215" y="3615800"/>
                </a:lnTo>
                <a:lnTo>
                  <a:pt x="1299663" y="3651601"/>
                </a:lnTo>
                <a:lnTo>
                  <a:pt x="1268908" y="3687107"/>
                </a:lnTo>
                <a:lnTo>
                  <a:pt x="1237946" y="3722310"/>
                </a:lnTo>
                <a:lnTo>
                  <a:pt x="1206768" y="3757199"/>
                </a:lnTo>
                <a:lnTo>
                  <a:pt x="1175370" y="3791764"/>
                </a:lnTo>
                <a:lnTo>
                  <a:pt x="1143744" y="3825998"/>
                </a:lnTo>
                <a:lnTo>
                  <a:pt x="1111884" y="3859888"/>
                </a:lnTo>
                <a:lnTo>
                  <a:pt x="1079783" y="3893428"/>
                </a:lnTo>
                <a:lnTo>
                  <a:pt x="1047435" y="3926606"/>
                </a:lnTo>
                <a:lnTo>
                  <a:pt x="1014833" y="3959413"/>
                </a:lnTo>
                <a:lnTo>
                  <a:pt x="981971" y="3991840"/>
                </a:lnTo>
                <a:lnTo>
                  <a:pt x="948842" y="4023878"/>
                </a:lnTo>
                <a:lnTo>
                  <a:pt x="915441" y="4055516"/>
                </a:lnTo>
                <a:lnTo>
                  <a:pt x="881759" y="4086746"/>
                </a:lnTo>
                <a:lnTo>
                  <a:pt x="847791" y="4117557"/>
                </a:lnTo>
                <a:lnTo>
                  <a:pt x="813531" y="4147941"/>
                </a:lnTo>
                <a:lnTo>
                  <a:pt x="778971" y="4177888"/>
                </a:lnTo>
                <a:lnTo>
                  <a:pt x="744106" y="4207388"/>
                </a:lnTo>
                <a:lnTo>
                  <a:pt x="708929" y="4236431"/>
                </a:lnTo>
                <a:lnTo>
                  <a:pt x="673432" y="4265009"/>
                </a:lnTo>
                <a:lnTo>
                  <a:pt x="637611" y="4293112"/>
                </a:lnTo>
                <a:lnTo>
                  <a:pt x="601458" y="4320730"/>
                </a:lnTo>
                <a:lnTo>
                  <a:pt x="564967" y="4347854"/>
                </a:lnTo>
                <a:lnTo>
                  <a:pt x="528131" y="4374474"/>
                </a:lnTo>
                <a:lnTo>
                  <a:pt x="490943" y="4400581"/>
                </a:lnTo>
                <a:lnTo>
                  <a:pt x="453398" y="4426165"/>
                </a:lnTo>
                <a:lnTo>
                  <a:pt x="415489" y="4451217"/>
                </a:lnTo>
                <a:lnTo>
                  <a:pt x="377209" y="4475727"/>
                </a:lnTo>
                <a:lnTo>
                  <a:pt x="338552" y="4499686"/>
                </a:lnTo>
                <a:lnTo>
                  <a:pt x="299511" y="4523084"/>
                </a:lnTo>
                <a:lnTo>
                  <a:pt x="260080" y="4545912"/>
                </a:lnTo>
                <a:lnTo>
                  <a:pt x="220252" y="4568160"/>
                </a:lnTo>
                <a:lnTo>
                  <a:pt x="180021" y="4589819"/>
                </a:lnTo>
                <a:lnTo>
                  <a:pt x="139380" y="4610879"/>
                </a:lnTo>
                <a:lnTo>
                  <a:pt x="98323" y="4631331"/>
                </a:lnTo>
                <a:lnTo>
                  <a:pt x="56844" y="4651165"/>
                </a:lnTo>
                <a:lnTo>
                  <a:pt x="14935" y="4670371"/>
                </a:lnTo>
                <a:lnTo>
                  <a:pt x="0" y="4676921"/>
                </a:lnTo>
              </a:path>
            </a:pathLst>
          </a:custGeom>
          <a:ln w="24995">
            <a:solidFill>
              <a:srgbClr val="332C2C"/>
            </a:solidFill>
          </a:ln>
        </p:spPr>
        <p:txBody>
          <a:bodyPr wrap="square" lIns="0" tIns="0" rIns="0" bIns="0" rtlCol="0"/>
          <a:lstStyle/>
          <a:p>
            <a:endParaRPr sz="699"/>
          </a:p>
        </p:txBody>
      </p:sp>
      <p:sp>
        <p:nvSpPr>
          <p:cNvPr id="6" name="object 6"/>
          <p:cNvSpPr/>
          <p:nvPr/>
        </p:nvSpPr>
        <p:spPr>
          <a:xfrm>
            <a:off x="2466" y="273760"/>
            <a:ext cx="9132725" cy="23783"/>
          </a:xfrm>
          <a:custGeom>
            <a:avLst/>
            <a:gdLst/>
            <a:ahLst/>
            <a:cxnLst/>
            <a:rect l="l" t="t" r="r" b="b"/>
            <a:pathLst>
              <a:path w="18288000" h="47625">
                <a:moveTo>
                  <a:pt x="18287988" y="0"/>
                </a:moveTo>
                <a:lnTo>
                  <a:pt x="0" y="0"/>
                </a:lnTo>
                <a:lnTo>
                  <a:pt x="0" y="47625"/>
                </a:lnTo>
                <a:lnTo>
                  <a:pt x="18287988" y="47625"/>
                </a:lnTo>
                <a:lnTo>
                  <a:pt x="18287988" y="0"/>
                </a:lnTo>
                <a:close/>
              </a:path>
            </a:pathLst>
          </a:custGeom>
          <a:solidFill>
            <a:srgbClr val="332C2C"/>
          </a:solidFill>
        </p:spPr>
        <p:txBody>
          <a:bodyPr wrap="square" lIns="0" tIns="0" rIns="0" bIns="0" rtlCol="0"/>
          <a:lstStyle/>
          <a:p>
            <a:endParaRPr sz="699"/>
          </a:p>
        </p:txBody>
      </p:sp>
      <p:sp>
        <p:nvSpPr>
          <p:cNvPr id="7" name="object 7"/>
          <p:cNvSpPr/>
          <p:nvPr/>
        </p:nvSpPr>
        <p:spPr>
          <a:xfrm>
            <a:off x="2466" y="4871440"/>
            <a:ext cx="9132725" cy="23783"/>
          </a:xfrm>
          <a:custGeom>
            <a:avLst/>
            <a:gdLst/>
            <a:ahLst/>
            <a:cxnLst/>
            <a:rect l="l" t="t" r="r" b="b"/>
            <a:pathLst>
              <a:path w="18288000" h="47625">
                <a:moveTo>
                  <a:pt x="18287988" y="0"/>
                </a:moveTo>
                <a:lnTo>
                  <a:pt x="0" y="0"/>
                </a:lnTo>
                <a:lnTo>
                  <a:pt x="0" y="47625"/>
                </a:lnTo>
                <a:lnTo>
                  <a:pt x="18287988" y="47625"/>
                </a:lnTo>
                <a:lnTo>
                  <a:pt x="18287988" y="0"/>
                </a:lnTo>
                <a:close/>
              </a:path>
            </a:pathLst>
          </a:custGeom>
          <a:solidFill>
            <a:srgbClr val="332C2C"/>
          </a:solidFill>
        </p:spPr>
        <p:txBody>
          <a:bodyPr wrap="square" lIns="0" tIns="0" rIns="0" bIns="0" rtlCol="0"/>
          <a:lstStyle/>
          <a:p>
            <a:endParaRPr sz="699"/>
          </a:p>
        </p:txBody>
      </p:sp>
      <p:sp>
        <p:nvSpPr>
          <p:cNvPr id="9" name="object 9"/>
          <p:cNvSpPr txBox="1">
            <a:spLocks noGrp="1"/>
          </p:cNvSpPr>
          <p:nvPr>
            <p:ph type="body" idx="1"/>
          </p:nvPr>
        </p:nvSpPr>
        <p:spPr>
          <a:xfrm>
            <a:off x="884697" y="1899142"/>
            <a:ext cx="8248797" cy="1510153"/>
          </a:xfrm>
          <a:prstGeom prst="rect">
            <a:avLst/>
          </a:prstGeom>
        </p:spPr>
        <p:txBody>
          <a:bodyPr spcFirstLastPara="1" vert="horz" wrap="square" lIns="0" tIns="3171" rIns="0" bIns="0" rtlCol="0" anchor="t" anchorCtr="0">
            <a:spAutoFit/>
          </a:bodyPr>
          <a:lstStyle/>
          <a:p>
            <a:pPr marL="2986627" marR="2537">
              <a:lnSpc>
                <a:spcPct val="101600"/>
              </a:lnSpc>
              <a:spcBef>
                <a:spcPts val="25"/>
              </a:spcBef>
            </a:pPr>
            <a:r>
              <a:rPr sz="1600" spc="42" dirty="0"/>
              <a:t>L</a:t>
            </a:r>
            <a:r>
              <a:rPr sz="1600" spc="-15" dirty="0"/>
              <a:t>a</a:t>
            </a:r>
            <a:r>
              <a:rPr sz="1600" spc="-122" dirty="0"/>
              <a:t> </a:t>
            </a:r>
            <a:r>
              <a:rPr sz="1600" spc="-55" dirty="0">
                <a:solidFill>
                  <a:srgbClr val="000000"/>
                </a:solidFill>
              </a:rPr>
              <a:t>r</a:t>
            </a:r>
            <a:r>
              <a:rPr sz="1600" spc="-2" dirty="0">
                <a:solidFill>
                  <a:srgbClr val="000000"/>
                </a:solidFill>
              </a:rPr>
              <a:t>e</a:t>
            </a:r>
            <a:r>
              <a:rPr sz="1600" spc="-70" dirty="0">
                <a:solidFill>
                  <a:srgbClr val="000000"/>
                </a:solidFill>
              </a:rPr>
              <a:t>v</a:t>
            </a:r>
            <a:r>
              <a:rPr sz="1600" spc="-10" dirty="0">
                <a:solidFill>
                  <a:srgbClr val="000000"/>
                </a:solidFill>
              </a:rPr>
              <a:t>i</a:t>
            </a:r>
            <a:r>
              <a:rPr sz="1600" spc="-47" dirty="0">
                <a:solidFill>
                  <a:srgbClr val="000000"/>
                </a:solidFill>
              </a:rPr>
              <a:t>s</a:t>
            </a:r>
            <a:r>
              <a:rPr sz="1600" spc="-10" dirty="0">
                <a:solidFill>
                  <a:srgbClr val="000000"/>
                </a:solidFill>
              </a:rPr>
              <a:t>i</a:t>
            </a:r>
            <a:r>
              <a:rPr sz="1600" spc="25" dirty="0">
                <a:solidFill>
                  <a:srgbClr val="000000"/>
                </a:solidFill>
              </a:rPr>
              <a:t>ó</a:t>
            </a:r>
            <a:r>
              <a:rPr sz="1600" spc="60" dirty="0">
                <a:solidFill>
                  <a:srgbClr val="000000"/>
                </a:solidFill>
              </a:rPr>
              <a:t>n</a:t>
            </a:r>
            <a:r>
              <a:rPr sz="1600" spc="-125" dirty="0">
                <a:solidFill>
                  <a:srgbClr val="000000"/>
                </a:solidFill>
              </a:rPr>
              <a:t> </a:t>
            </a:r>
            <a:r>
              <a:rPr sz="1600" spc="-67" dirty="0">
                <a:solidFill>
                  <a:srgbClr val="000000"/>
                </a:solidFill>
              </a:rPr>
              <a:t>y</a:t>
            </a:r>
            <a:r>
              <a:rPr sz="1600" spc="-125" dirty="0">
                <a:solidFill>
                  <a:srgbClr val="000000"/>
                </a:solidFill>
              </a:rPr>
              <a:t> </a:t>
            </a:r>
            <a:r>
              <a:rPr sz="1600" spc="10" dirty="0">
                <a:solidFill>
                  <a:srgbClr val="000000"/>
                </a:solidFill>
              </a:rPr>
              <a:t>e</a:t>
            </a:r>
            <a:r>
              <a:rPr sz="1600" spc="72" dirty="0">
                <a:solidFill>
                  <a:srgbClr val="000000"/>
                </a:solidFill>
              </a:rPr>
              <a:t>d</a:t>
            </a:r>
            <a:r>
              <a:rPr sz="1600" spc="-10" dirty="0">
                <a:solidFill>
                  <a:srgbClr val="000000"/>
                </a:solidFill>
              </a:rPr>
              <a:t>i</a:t>
            </a:r>
            <a:r>
              <a:rPr sz="1600" spc="45" dirty="0">
                <a:solidFill>
                  <a:srgbClr val="000000"/>
                </a:solidFill>
              </a:rPr>
              <a:t>c</a:t>
            </a:r>
            <a:r>
              <a:rPr sz="1600" spc="-10" dirty="0">
                <a:solidFill>
                  <a:srgbClr val="000000"/>
                </a:solidFill>
              </a:rPr>
              <a:t>i</a:t>
            </a:r>
            <a:r>
              <a:rPr sz="1600" spc="25" dirty="0">
                <a:solidFill>
                  <a:srgbClr val="000000"/>
                </a:solidFill>
              </a:rPr>
              <a:t>ó</a:t>
            </a:r>
            <a:r>
              <a:rPr sz="1600" spc="60" dirty="0">
                <a:solidFill>
                  <a:srgbClr val="000000"/>
                </a:solidFill>
              </a:rPr>
              <a:t>n</a:t>
            </a:r>
            <a:r>
              <a:rPr sz="1600" spc="-122" dirty="0">
                <a:solidFill>
                  <a:srgbClr val="000000"/>
                </a:solidFill>
              </a:rPr>
              <a:t> </a:t>
            </a:r>
            <a:r>
              <a:rPr sz="1600" spc="-47" dirty="0"/>
              <a:t>s</a:t>
            </a:r>
            <a:r>
              <a:rPr sz="1600" spc="25" dirty="0"/>
              <a:t>o</a:t>
            </a:r>
            <a:r>
              <a:rPr sz="1600" spc="60" dirty="0"/>
              <a:t>n</a:t>
            </a:r>
            <a:r>
              <a:rPr sz="1600" spc="-125" dirty="0"/>
              <a:t> </a:t>
            </a:r>
            <a:r>
              <a:rPr sz="1600" spc="70" dirty="0"/>
              <a:t>p</a:t>
            </a:r>
            <a:r>
              <a:rPr sz="1600" spc="-17" dirty="0"/>
              <a:t>a</a:t>
            </a:r>
            <a:r>
              <a:rPr sz="1600" spc="-47" dirty="0"/>
              <a:t>s</a:t>
            </a:r>
            <a:r>
              <a:rPr sz="1600" spc="25" dirty="0"/>
              <a:t>o</a:t>
            </a:r>
            <a:r>
              <a:rPr sz="1600" spc="-35" dirty="0"/>
              <a:t>s  </a:t>
            </a:r>
            <a:r>
              <a:rPr sz="1600" spc="-10" dirty="0"/>
              <a:t>i</a:t>
            </a:r>
            <a:r>
              <a:rPr sz="1600" spc="120" dirty="0"/>
              <a:t>m</a:t>
            </a:r>
            <a:r>
              <a:rPr sz="1600" spc="72" dirty="0"/>
              <a:t>p</a:t>
            </a:r>
            <a:r>
              <a:rPr sz="1600" spc="25" dirty="0"/>
              <a:t>o</a:t>
            </a:r>
            <a:r>
              <a:rPr sz="1600" spc="-15" dirty="0"/>
              <a:t>r</a:t>
            </a:r>
            <a:r>
              <a:rPr sz="1600" spc="15" dirty="0"/>
              <a:t>t</a:t>
            </a:r>
            <a:r>
              <a:rPr sz="1600" spc="-17" dirty="0"/>
              <a:t>a</a:t>
            </a:r>
            <a:r>
              <a:rPr sz="1600" spc="57" dirty="0"/>
              <a:t>n</a:t>
            </a:r>
            <a:r>
              <a:rPr sz="1600" spc="-10" dirty="0"/>
              <a:t>t</a:t>
            </a:r>
            <a:r>
              <a:rPr sz="1600" spc="10" dirty="0"/>
              <a:t>e</a:t>
            </a:r>
            <a:r>
              <a:rPr sz="1600" spc="-45" dirty="0"/>
              <a:t>s</a:t>
            </a:r>
            <a:r>
              <a:rPr sz="1600" spc="-125" dirty="0"/>
              <a:t> </a:t>
            </a:r>
            <a:r>
              <a:rPr sz="1600" spc="-17" dirty="0"/>
              <a:t>a</a:t>
            </a:r>
            <a:r>
              <a:rPr sz="1600" spc="-7" dirty="0"/>
              <a:t>l</a:t>
            </a:r>
            <a:r>
              <a:rPr sz="1600" spc="-125" dirty="0"/>
              <a:t> </a:t>
            </a:r>
            <a:r>
              <a:rPr sz="1600" spc="52" dirty="0"/>
              <a:t>u</a:t>
            </a:r>
            <a:r>
              <a:rPr sz="1600" spc="15" dirty="0"/>
              <a:t>t</a:t>
            </a:r>
            <a:r>
              <a:rPr sz="1600" spc="-10" dirty="0"/>
              <a:t>ili</a:t>
            </a:r>
            <a:r>
              <a:rPr sz="1600" spc="-22" dirty="0"/>
              <a:t>z</a:t>
            </a:r>
            <a:r>
              <a:rPr sz="1600" spc="-17" dirty="0"/>
              <a:t>a</a:t>
            </a:r>
            <a:r>
              <a:rPr sz="1600" spc="-35" dirty="0"/>
              <a:t>r</a:t>
            </a:r>
            <a:r>
              <a:rPr sz="1600" spc="-125" dirty="0"/>
              <a:t> </a:t>
            </a:r>
            <a:r>
              <a:rPr sz="1600" spc="10" dirty="0" err="1"/>
              <a:t>e</a:t>
            </a:r>
            <a:r>
              <a:rPr sz="1600" spc="-7" dirty="0" err="1"/>
              <a:t>l</a:t>
            </a:r>
            <a:r>
              <a:rPr sz="1600" spc="-125" dirty="0"/>
              <a:t> </a:t>
            </a:r>
            <a:r>
              <a:rPr sz="1600" spc="72" dirty="0"/>
              <a:t>p</a:t>
            </a:r>
            <a:r>
              <a:rPr sz="1600" spc="-55" dirty="0"/>
              <a:t>r</a:t>
            </a:r>
            <a:r>
              <a:rPr sz="1600" spc="25" dirty="0"/>
              <a:t>o</a:t>
            </a:r>
            <a:r>
              <a:rPr sz="1600" spc="120" dirty="0"/>
              <a:t>m</a:t>
            </a:r>
            <a:r>
              <a:rPr sz="1600" spc="72" dirty="0"/>
              <a:t>p</a:t>
            </a:r>
            <a:r>
              <a:rPr sz="1600" spc="17" dirty="0"/>
              <a:t>t</a:t>
            </a:r>
            <a:r>
              <a:rPr sz="1600" spc="-210" dirty="0"/>
              <a:t>.</a:t>
            </a:r>
            <a:r>
              <a:rPr sz="1600" spc="-125" dirty="0"/>
              <a:t> </a:t>
            </a:r>
            <a:r>
              <a:rPr sz="1600" spc="32" dirty="0"/>
              <a:t>A</a:t>
            </a:r>
            <a:r>
              <a:rPr sz="1600" spc="52" dirty="0"/>
              <a:t>u</a:t>
            </a:r>
            <a:r>
              <a:rPr sz="1600" spc="57" dirty="0"/>
              <a:t>n</a:t>
            </a:r>
            <a:r>
              <a:rPr sz="1600" spc="72" dirty="0"/>
              <a:t>q</a:t>
            </a:r>
            <a:r>
              <a:rPr sz="1600" spc="52" dirty="0"/>
              <a:t>u</a:t>
            </a:r>
            <a:r>
              <a:rPr sz="1600" spc="12" dirty="0"/>
              <a:t>e</a:t>
            </a:r>
            <a:r>
              <a:rPr sz="1600" spc="-125" dirty="0"/>
              <a:t> </a:t>
            </a:r>
            <a:r>
              <a:rPr sz="1600" spc="-10" dirty="0"/>
              <a:t>l</a:t>
            </a:r>
            <a:r>
              <a:rPr sz="1600" spc="-15" dirty="0"/>
              <a:t>a</a:t>
            </a:r>
            <a:r>
              <a:rPr sz="1600" spc="-125" dirty="0"/>
              <a:t> </a:t>
            </a:r>
            <a:r>
              <a:rPr sz="1600" spc="82" dirty="0"/>
              <a:t>g</a:t>
            </a:r>
            <a:r>
              <a:rPr sz="1600" spc="10" dirty="0"/>
              <a:t>e</a:t>
            </a:r>
            <a:r>
              <a:rPr sz="1600" spc="57" dirty="0"/>
              <a:t>n</a:t>
            </a:r>
            <a:r>
              <a:rPr sz="1600" spc="10" dirty="0"/>
              <a:t>e</a:t>
            </a:r>
            <a:r>
              <a:rPr sz="1600" spc="-100" dirty="0"/>
              <a:t>r</a:t>
            </a:r>
            <a:r>
              <a:rPr sz="1600" spc="-17" dirty="0"/>
              <a:t>a</a:t>
            </a:r>
            <a:r>
              <a:rPr sz="1600" spc="45" dirty="0"/>
              <a:t>c</a:t>
            </a:r>
            <a:r>
              <a:rPr sz="1600" spc="-10" dirty="0"/>
              <a:t>i</a:t>
            </a:r>
            <a:r>
              <a:rPr sz="1600" spc="25" dirty="0"/>
              <a:t>ó</a:t>
            </a:r>
            <a:r>
              <a:rPr sz="1600" spc="60" dirty="0"/>
              <a:t>n</a:t>
            </a:r>
            <a:r>
              <a:rPr sz="1600" spc="-125" dirty="0"/>
              <a:t> </a:t>
            </a:r>
            <a:r>
              <a:rPr sz="1600" spc="72" dirty="0"/>
              <a:t>d</a:t>
            </a:r>
            <a:r>
              <a:rPr sz="1600" spc="12" dirty="0"/>
              <a:t>e</a:t>
            </a:r>
            <a:r>
              <a:rPr sz="1600" spc="-125" dirty="0"/>
              <a:t> </a:t>
            </a:r>
            <a:r>
              <a:rPr sz="1600" spc="-10" dirty="0"/>
              <a:t>te</a:t>
            </a:r>
            <a:r>
              <a:rPr sz="1600" spc="-82" dirty="0"/>
              <a:t>x</a:t>
            </a:r>
            <a:r>
              <a:rPr sz="1600" spc="-10" dirty="0"/>
              <a:t>t</a:t>
            </a:r>
            <a:r>
              <a:rPr sz="1600" spc="20" dirty="0"/>
              <a:t>o  </a:t>
            </a:r>
            <a:r>
              <a:rPr sz="1600" spc="10" dirty="0"/>
              <a:t>e</a:t>
            </a:r>
            <a:r>
              <a:rPr sz="1600" spc="-45" dirty="0"/>
              <a:t>s</a:t>
            </a:r>
            <a:r>
              <a:rPr sz="1600" spc="-125" dirty="0"/>
              <a:t> </a:t>
            </a:r>
            <a:r>
              <a:rPr sz="1600" spc="-17" dirty="0"/>
              <a:t>a</a:t>
            </a:r>
            <a:r>
              <a:rPr sz="1600" spc="52" dirty="0"/>
              <a:t>u</a:t>
            </a:r>
            <a:r>
              <a:rPr sz="1600" spc="-10" dirty="0"/>
              <a:t>t</a:t>
            </a:r>
            <a:r>
              <a:rPr sz="1600" spc="25" dirty="0"/>
              <a:t>o</a:t>
            </a:r>
            <a:r>
              <a:rPr sz="1600" spc="120" dirty="0"/>
              <a:t>m</a:t>
            </a:r>
            <a:r>
              <a:rPr sz="1600" spc="-17" dirty="0"/>
              <a:t>á</a:t>
            </a:r>
            <a:r>
              <a:rPr sz="1600" spc="15" dirty="0"/>
              <a:t>t</a:t>
            </a:r>
            <a:r>
              <a:rPr sz="1600" spc="-10" dirty="0"/>
              <a:t>i</a:t>
            </a:r>
            <a:r>
              <a:rPr sz="1600" spc="55" dirty="0"/>
              <a:t>c</a:t>
            </a:r>
            <a:r>
              <a:rPr sz="1600" spc="-17" dirty="0"/>
              <a:t>a</a:t>
            </a:r>
            <a:r>
              <a:rPr sz="1600" spc="-210" dirty="0"/>
              <a:t>,</a:t>
            </a:r>
            <a:r>
              <a:rPr sz="1600" spc="-125" dirty="0"/>
              <a:t> </a:t>
            </a:r>
            <a:r>
              <a:rPr sz="1600" spc="10" dirty="0"/>
              <a:t>e</a:t>
            </a:r>
            <a:r>
              <a:rPr sz="1600" spc="-45" dirty="0"/>
              <a:t>s</a:t>
            </a:r>
            <a:r>
              <a:rPr sz="1600" spc="-125" dirty="0"/>
              <a:t> </a:t>
            </a:r>
            <a:r>
              <a:rPr lang="es-MX" sz="1600" spc="-20" dirty="0"/>
              <a:t>f</a:t>
            </a:r>
            <a:r>
              <a:rPr lang="es-MX" sz="1600" spc="52" dirty="0"/>
              <a:t>u</a:t>
            </a:r>
            <a:r>
              <a:rPr lang="es-MX" sz="1600" spc="57" dirty="0"/>
              <a:t>n</a:t>
            </a:r>
            <a:r>
              <a:rPr lang="es-MX" sz="1600" spc="72" dirty="0"/>
              <a:t>d</a:t>
            </a:r>
            <a:r>
              <a:rPr lang="es-MX" sz="1600" spc="-17" dirty="0"/>
              <a:t>a</a:t>
            </a:r>
            <a:r>
              <a:rPr lang="es-MX" sz="1600" spc="120" dirty="0"/>
              <a:t>m</a:t>
            </a:r>
            <a:r>
              <a:rPr lang="es-MX" sz="1600" spc="10" dirty="0"/>
              <a:t>e</a:t>
            </a:r>
            <a:r>
              <a:rPr lang="es-MX" sz="1600" spc="57" dirty="0"/>
              <a:t>n</a:t>
            </a:r>
            <a:r>
              <a:rPr lang="es-MX" sz="1600" spc="15" dirty="0"/>
              <a:t>t</a:t>
            </a:r>
            <a:r>
              <a:rPr lang="es-MX" sz="1600" spc="-17" dirty="0"/>
              <a:t>a</a:t>
            </a:r>
            <a:r>
              <a:rPr lang="es-MX" sz="1600" spc="-7" dirty="0"/>
              <a:t>l</a:t>
            </a:r>
            <a:r>
              <a:rPr lang="es-MX" sz="1600" spc="-125" dirty="0"/>
              <a:t> </a:t>
            </a:r>
            <a:r>
              <a:rPr lang="es-MX" sz="1600" spc="-55" dirty="0"/>
              <a:t>r</a:t>
            </a:r>
            <a:r>
              <a:rPr lang="es-MX" sz="1600" spc="-2" dirty="0"/>
              <a:t>e</a:t>
            </a:r>
            <a:r>
              <a:rPr lang="es-MX" sz="1600" spc="-70" dirty="0"/>
              <a:t>v</a:t>
            </a:r>
            <a:r>
              <a:rPr lang="es-MX" sz="1600" spc="-10" dirty="0"/>
              <a:t>i</a:t>
            </a:r>
            <a:r>
              <a:rPr lang="es-MX" sz="1600" spc="-47" dirty="0"/>
              <a:t>s</a:t>
            </a:r>
            <a:r>
              <a:rPr lang="es-MX" sz="1600" spc="-17" dirty="0"/>
              <a:t>a</a:t>
            </a:r>
            <a:r>
              <a:rPr lang="es-MX" sz="1600" spc="-35" dirty="0"/>
              <a:t>r</a:t>
            </a:r>
            <a:r>
              <a:rPr lang="es-MX" sz="1600" spc="-125" dirty="0"/>
              <a:t> </a:t>
            </a:r>
            <a:r>
              <a:rPr lang="es-MX" sz="1600" spc="-50" dirty="0"/>
              <a:t>y  </a:t>
            </a:r>
            <a:r>
              <a:rPr lang="es-MX" sz="1600" spc="5" dirty="0"/>
              <a:t>editar</a:t>
            </a:r>
            <a:r>
              <a:rPr lang="es-MX" sz="1600" spc="-125" dirty="0"/>
              <a:t> </a:t>
            </a:r>
            <a:r>
              <a:rPr lang="es-MX" sz="1600" spc="-25" dirty="0"/>
              <a:t>las</a:t>
            </a:r>
            <a:r>
              <a:rPr lang="es-MX" sz="1600" spc="-125" dirty="0"/>
              <a:t> </a:t>
            </a:r>
            <a:r>
              <a:rPr lang="es-MX" sz="1600" spc="-5" dirty="0"/>
              <a:t>respuestas</a:t>
            </a:r>
            <a:r>
              <a:rPr lang="es-MX" sz="1600" spc="-125" dirty="0"/>
              <a:t> </a:t>
            </a:r>
            <a:r>
              <a:rPr lang="es-MX" sz="1600" spc="-15" dirty="0"/>
              <a:t>para</a:t>
            </a:r>
            <a:r>
              <a:rPr lang="es-MX" sz="1600" spc="-125" dirty="0"/>
              <a:t> </a:t>
            </a:r>
            <a:r>
              <a:rPr lang="es-MX" sz="1600" spc="2" dirty="0"/>
              <a:t>corregir</a:t>
            </a:r>
            <a:r>
              <a:rPr lang="es-MX" sz="1600" spc="-125" dirty="0"/>
              <a:t> </a:t>
            </a:r>
            <a:r>
              <a:rPr lang="es-MX" sz="1600" spc="7" dirty="0"/>
              <a:t>posibles </a:t>
            </a:r>
            <a:r>
              <a:rPr lang="es-MX" sz="1600" spc="-477" dirty="0"/>
              <a:t> </a:t>
            </a:r>
            <a:r>
              <a:rPr lang="es-MX" sz="1600" spc="10" dirty="0"/>
              <a:t>e</a:t>
            </a:r>
            <a:r>
              <a:rPr lang="es-MX" sz="1600" spc="-47" dirty="0"/>
              <a:t>r</a:t>
            </a:r>
            <a:r>
              <a:rPr lang="es-MX" sz="1600" spc="-55" dirty="0"/>
              <a:t>r</a:t>
            </a:r>
            <a:r>
              <a:rPr lang="es-MX" sz="1600" spc="25" dirty="0"/>
              <a:t>o</a:t>
            </a:r>
            <a:r>
              <a:rPr lang="es-MX" sz="1600" spc="-55" dirty="0"/>
              <a:t>r</a:t>
            </a:r>
            <a:r>
              <a:rPr lang="es-MX" sz="1600" spc="10" dirty="0"/>
              <a:t>e</a:t>
            </a:r>
            <a:r>
              <a:rPr lang="es-MX" sz="1600" spc="-45" dirty="0"/>
              <a:t>s</a:t>
            </a:r>
            <a:r>
              <a:rPr lang="es-MX" sz="1600" spc="-125" dirty="0"/>
              <a:t> </a:t>
            </a:r>
            <a:r>
              <a:rPr lang="es-MX" sz="1600" spc="27" dirty="0"/>
              <a:t>o</a:t>
            </a:r>
            <a:r>
              <a:rPr lang="es-MX" sz="1600" spc="-125" dirty="0"/>
              <a:t> </a:t>
            </a:r>
            <a:r>
              <a:rPr sz="1600" spc="-10" dirty="0" err="1"/>
              <a:t>i</a:t>
            </a:r>
            <a:r>
              <a:rPr sz="1600" spc="57" dirty="0" err="1"/>
              <a:t>n</a:t>
            </a:r>
            <a:r>
              <a:rPr sz="1600" spc="42" dirty="0" err="1"/>
              <a:t>c</a:t>
            </a:r>
            <a:r>
              <a:rPr sz="1600" spc="25" dirty="0" err="1"/>
              <a:t>o</a:t>
            </a:r>
            <a:r>
              <a:rPr sz="1600" spc="57" dirty="0" err="1"/>
              <a:t>h</a:t>
            </a:r>
            <a:r>
              <a:rPr sz="1600" spc="10" dirty="0" err="1"/>
              <a:t>e</a:t>
            </a:r>
            <a:r>
              <a:rPr sz="1600" spc="-55" dirty="0" err="1"/>
              <a:t>r</a:t>
            </a:r>
            <a:r>
              <a:rPr sz="1600" spc="10" dirty="0" err="1"/>
              <a:t>e</a:t>
            </a:r>
            <a:r>
              <a:rPr sz="1600" spc="57" dirty="0" err="1"/>
              <a:t>n</a:t>
            </a:r>
            <a:r>
              <a:rPr sz="1600" spc="45" dirty="0" err="1"/>
              <a:t>c</a:t>
            </a:r>
            <a:r>
              <a:rPr sz="1600" spc="-10" dirty="0" err="1"/>
              <a:t>i</a:t>
            </a:r>
            <a:r>
              <a:rPr sz="1600" spc="-17" dirty="0" err="1"/>
              <a:t>a</a:t>
            </a:r>
            <a:r>
              <a:rPr sz="1600" spc="-47" dirty="0" err="1"/>
              <a:t>s</a:t>
            </a:r>
            <a:r>
              <a:rPr sz="1600" spc="-210" dirty="0"/>
              <a:t>.</a:t>
            </a:r>
            <a:r>
              <a:rPr sz="1600" spc="-122" dirty="0"/>
              <a:t> </a:t>
            </a:r>
            <a:r>
              <a:rPr sz="1600" spc="42" dirty="0"/>
              <a:t>L</a:t>
            </a:r>
            <a:r>
              <a:rPr sz="1600" spc="-15" dirty="0"/>
              <a:t>a</a:t>
            </a:r>
            <a:r>
              <a:rPr sz="1600" spc="-125" dirty="0"/>
              <a:t> </a:t>
            </a:r>
            <a:r>
              <a:rPr sz="1600" spc="-55" dirty="0"/>
              <a:t>r</a:t>
            </a:r>
            <a:r>
              <a:rPr sz="1600" spc="-2" dirty="0"/>
              <a:t>e</a:t>
            </a:r>
            <a:r>
              <a:rPr sz="1600" spc="-70" dirty="0"/>
              <a:t>v</a:t>
            </a:r>
            <a:r>
              <a:rPr sz="1600" spc="-10" dirty="0"/>
              <a:t>i</a:t>
            </a:r>
            <a:r>
              <a:rPr sz="1600" spc="-47" dirty="0"/>
              <a:t>s</a:t>
            </a:r>
            <a:r>
              <a:rPr sz="1600" spc="-10" dirty="0"/>
              <a:t>i</a:t>
            </a:r>
            <a:r>
              <a:rPr sz="1600" spc="25" dirty="0"/>
              <a:t>ó</a:t>
            </a:r>
            <a:r>
              <a:rPr sz="1600" spc="42" dirty="0"/>
              <a:t>n  </a:t>
            </a:r>
            <a:r>
              <a:rPr sz="1600" spc="82" dirty="0"/>
              <a:t>g</a:t>
            </a:r>
            <a:r>
              <a:rPr sz="1600" spc="-17" dirty="0"/>
              <a:t>a</a:t>
            </a:r>
            <a:r>
              <a:rPr sz="1600" spc="-100" dirty="0"/>
              <a:t>r</a:t>
            </a:r>
            <a:r>
              <a:rPr sz="1600" spc="-17" dirty="0"/>
              <a:t>a</a:t>
            </a:r>
            <a:r>
              <a:rPr sz="1600" spc="57" dirty="0"/>
              <a:t>n</a:t>
            </a:r>
            <a:r>
              <a:rPr sz="1600" spc="15" dirty="0"/>
              <a:t>t</a:t>
            </a:r>
            <a:r>
              <a:rPr sz="1600" spc="-10" dirty="0"/>
              <a:t>i</a:t>
            </a:r>
            <a:r>
              <a:rPr sz="1600" spc="-22" dirty="0"/>
              <a:t>z</a:t>
            </a:r>
            <a:r>
              <a:rPr sz="1600" spc="-15" dirty="0"/>
              <a:t>a</a:t>
            </a:r>
            <a:r>
              <a:rPr sz="1600" spc="-125" dirty="0"/>
              <a:t> </a:t>
            </a:r>
            <a:r>
              <a:rPr sz="1600" spc="-10" dirty="0"/>
              <a:t>l</a:t>
            </a:r>
            <a:r>
              <a:rPr sz="1600" spc="-15" dirty="0"/>
              <a:t>a</a:t>
            </a:r>
            <a:r>
              <a:rPr sz="1600" spc="-125" dirty="0"/>
              <a:t> </a:t>
            </a:r>
            <a:r>
              <a:rPr sz="1600" spc="55" dirty="0"/>
              <a:t>c</a:t>
            </a:r>
            <a:r>
              <a:rPr sz="1600" spc="-17" dirty="0"/>
              <a:t>a</a:t>
            </a:r>
            <a:r>
              <a:rPr sz="1600" spc="-10" dirty="0"/>
              <a:t>li</a:t>
            </a:r>
            <a:r>
              <a:rPr sz="1600" spc="72" dirty="0"/>
              <a:t>d</a:t>
            </a:r>
            <a:r>
              <a:rPr sz="1600" spc="-17" dirty="0"/>
              <a:t>a</a:t>
            </a:r>
            <a:r>
              <a:rPr sz="1600" spc="75" dirty="0"/>
              <a:t>d</a:t>
            </a:r>
            <a:r>
              <a:rPr sz="1600" spc="-125" dirty="0"/>
              <a:t> </a:t>
            </a:r>
            <a:r>
              <a:rPr sz="1600" spc="-67" dirty="0"/>
              <a:t>y</a:t>
            </a:r>
            <a:r>
              <a:rPr sz="1600" spc="-125" dirty="0"/>
              <a:t> </a:t>
            </a:r>
            <a:r>
              <a:rPr sz="1600" spc="72" dirty="0"/>
              <a:t>p</a:t>
            </a:r>
            <a:r>
              <a:rPr sz="1600" spc="-55" dirty="0"/>
              <a:t>r</a:t>
            </a:r>
            <a:r>
              <a:rPr sz="1600" spc="10" dirty="0"/>
              <a:t>e</a:t>
            </a:r>
            <a:r>
              <a:rPr sz="1600" spc="45" dirty="0"/>
              <a:t>c</a:t>
            </a:r>
            <a:r>
              <a:rPr sz="1600" spc="-10" dirty="0"/>
              <a:t>i</a:t>
            </a:r>
            <a:r>
              <a:rPr sz="1600" spc="-47" dirty="0"/>
              <a:t>s</a:t>
            </a:r>
            <a:r>
              <a:rPr sz="1600" spc="-10" dirty="0"/>
              <a:t>i</a:t>
            </a:r>
            <a:r>
              <a:rPr sz="1600" spc="25" dirty="0"/>
              <a:t>ó</a:t>
            </a:r>
            <a:r>
              <a:rPr sz="1600" spc="60" dirty="0"/>
              <a:t>n</a:t>
            </a:r>
            <a:r>
              <a:rPr sz="1600" spc="-125" dirty="0"/>
              <a:t> </a:t>
            </a:r>
            <a:r>
              <a:rPr sz="1600" spc="72" dirty="0"/>
              <a:t>d</a:t>
            </a:r>
            <a:r>
              <a:rPr sz="1600" spc="10" dirty="0"/>
              <a:t>e</a:t>
            </a:r>
            <a:r>
              <a:rPr sz="1600" spc="-10" dirty="0"/>
              <a:t>l  </a:t>
            </a:r>
            <a:r>
              <a:rPr sz="1600" spc="42" dirty="0"/>
              <a:t>c</a:t>
            </a:r>
            <a:r>
              <a:rPr sz="1600" spc="25" dirty="0"/>
              <a:t>o</a:t>
            </a:r>
            <a:r>
              <a:rPr sz="1600" spc="57" dirty="0"/>
              <a:t>n</a:t>
            </a:r>
            <a:r>
              <a:rPr sz="1600" spc="-10" dirty="0"/>
              <a:t>t</a:t>
            </a:r>
            <a:r>
              <a:rPr sz="1600" spc="10" dirty="0"/>
              <a:t>e</a:t>
            </a:r>
            <a:r>
              <a:rPr sz="1600" spc="57" dirty="0"/>
              <a:t>n</a:t>
            </a:r>
            <a:r>
              <a:rPr sz="1600" spc="-10" dirty="0"/>
              <a:t>i</a:t>
            </a:r>
            <a:r>
              <a:rPr sz="1600" spc="72" dirty="0"/>
              <a:t>d</a:t>
            </a:r>
            <a:r>
              <a:rPr sz="1600" spc="27" dirty="0"/>
              <a:t>o</a:t>
            </a:r>
            <a:r>
              <a:rPr sz="1600" spc="-125" dirty="0"/>
              <a:t> </a:t>
            </a:r>
            <a:r>
              <a:rPr sz="1600" spc="82" dirty="0"/>
              <a:t>g</a:t>
            </a:r>
            <a:r>
              <a:rPr sz="1600" spc="10" dirty="0"/>
              <a:t>e</a:t>
            </a:r>
            <a:r>
              <a:rPr sz="1600" spc="57" dirty="0"/>
              <a:t>n</a:t>
            </a:r>
            <a:r>
              <a:rPr sz="1600" spc="10" dirty="0"/>
              <a:t>e</a:t>
            </a:r>
            <a:r>
              <a:rPr sz="1600" spc="-100" dirty="0"/>
              <a:t>r</a:t>
            </a:r>
            <a:r>
              <a:rPr sz="1600" spc="-17" dirty="0"/>
              <a:t>a</a:t>
            </a:r>
            <a:r>
              <a:rPr sz="1600" spc="72" dirty="0"/>
              <a:t>d</a:t>
            </a:r>
            <a:r>
              <a:rPr sz="1600" spc="5" dirty="0"/>
              <a:t>o</a:t>
            </a:r>
            <a:r>
              <a:rPr sz="1600" spc="-210" dirty="0"/>
              <a:t>.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4188938" y="713868"/>
            <a:ext cx="2840658" cy="480252"/>
          </a:xfrm>
          <a:prstGeom prst="rect">
            <a:avLst/>
          </a:prstGeom>
        </p:spPr>
        <p:txBody>
          <a:bodyPr spcFirstLastPara="1" vert="horz" wrap="square" lIns="0" tIns="6342" rIns="0" bIns="0" rtlCol="0" anchor="t" anchorCtr="0">
            <a:spAutoFit/>
          </a:bodyPr>
          <a:lstStyle/>
          <a:p>
            <a:pPr marL="6342">
              <a:spcBef>
                <a:spcPts val="50"/>
              </a:spcBef>
            </a:pPr>
            <a:r>
              <a:rPr sz="2996" spc="-114" dirty="0">
                <a:latin typeface="Georgia"/>
                <a:cs typeface="Georgia"/>
              </a:rPr>
              <a:t>Revisión</a:t>
            </a:r>
            <a:r>
              <a:rPr sz="2996" spc="-152" dirty="0">
                <a:latin typeface="Georgia"/>
                <a:cs typeface="Georgia"/>
              </a:rPr>
              <a:t> </a:t>
            </a:r>
            <a:r>
              <a:rPr sz="2996" spc="-57" dirty="0">
                <a:latin typeface="Georgia"/>
                <a:cs typeface="Georgia"/>
              </a:rPr>
              <a:t>y</a:t>
            </a:r>
            <a:r>
              <a:rPr sz="2996" spc="-152" dirty="0">
                <a:latin typeface="Georgia"/>
                <a:cs typeface="Georgia"/>
              </a:rPr>
              <a:t> </a:t>
            </a:r>
            <a:r>
              <a:rPr sz="2996" spc="-80" dirty="0">
                <a:latin typeface="Georgia"/>
                <a:cs typeface="Georgia"/>
              </a:rPr>
              <a:t>edición</a:t>
            </a:r>
            <a:endParaRPr sz="2996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467" y="1978546"/>
            <a:ext cx="9139067" cy="3165060"/>
            <a:chOff x="0" y="3961976"/>
            <a:chExt cx="18300700" cy="633793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3961976"/>
              <a:ext cx="18288000" cy="63246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3609302" y="6216619"/>
              <a:ext cx="4679315" cy="4070985"/>
            </a:xfrm>
            <a:custGeom>
              <a:avLst/>
              <a:gdLst/>
              <a:ahLst/>
              <a:cxnLst/>
              <a:rect l="l" t="t" r="r" b="b"/>
              <a:pathLst>
                <a:path w="4679315" h="4070984">
                  <a:moveTo>
                    <a:pt x="0" y="4070378"/>
                  </a:moveTo>
                  <a:lnTo>
                    <a:pt x="49346" y="4043276"/>
                  </a:lnTo>
                  <a:lnTo>
                    <a:pt x="88924" y="4020525"/>
                  </a:lnTo>
                  <a:lnTo>
                    <a:pt x="128075" y="3997173"/>
                  </a:lnTo>
                  <a:lnTo>
                    <a:pt x="166808" y="3973231"/>
                  </a:lnTo>
                  <a:lnTo>
                    <a:pt x="205130" y="3948710"/>
                  </a:lnTo>
                  <a:lnTo>
                    <a:pt x="243050" y="3923620"/>
                  </a:lnTo>
                  <a:lnTo>
                    <a:pt x="280576" y="3897974"/>
                  </a:lnTo>
                  <a:lnTo>
                    <a:pt x="317714" y="3871782"/>
                  </a:lnTo>
                  <a:lnTo>
                    <a:pt x="354474" y="3845056"/>
                  </a:lnTo>
                  <a:lnTo>
                    <a:pt x="390862" y="3817806"/>
                  </a:lnTo>
                  <a:lnTo>
                    <a:pt x="426888" y="3790044"/>
                  </a:lnTo>
                  <a:lnTo>
                    <a:pt x="462558" y="3761780"/>
                  </a:lnTo>
                  <a:lnTo>
                    <a:pt x="497880" y="3733027"/>
                  </a:lnTo>
                  <a:lnTo>
                    <a:pt x="532864" y="3703795"/>
                  </a:lnTo>
                  <a:lnTo>
                    <a:pt x="567516" y="3674095"/>
                  </a:lnTo>
                  <a:lnTo>
                    <a:pt x="601844" y="3643938"/>
                  </a:lnTo>
                  <a:lnTo>
                    <a:pt x="635856" y="3613336"/>
                  </a:lnTo>
                  <a:lnTo>
                    <a:pt x="669560" y="3582300"/>
                  </a:lnTo>
                  <a:lnTo>
                    <a:pt x="702965" y="3550840"/>
                  </a:lnTo>
                  <a:lnTo>
                    <a:pt x="736077" y="3518968"/>
                  </a:lnTo>
                  <a:lnTo>
                    <a:pt x="768905" y="3486696"/>
                  </a:lnTo>
                  <a:lnTo>
                    <a:pt x="801457" y="3454033"/>
                  </a:lnTo>
                  <a:lnTo>
                    <a:pt x="833740" y="3420992"/>
                  </a:lnTo>
                  <a:lnTo>
                    <a:pt x="865763" y="3387584"/>
                  </a:lnTo>
                  <a:lnTo>
                    <a:pt x="897533" y="3353819"/>
                  </a:lnTo>
                  <a:lnTo>
                    <a:pt x="929059" y="3319709"/>
                  </a:lnTo>
                  <a:lnTo>
                    <a:pt x="960347" y="3285264"/>
                  </a:lnTo>
                  <a:lnTo>
                    <a:pt x="991407" y="3250497"/>
                  </a:lnTo>
                  <a:lnTo>
                    <a:pt x="1022245" y="3215418"/>
                  </a:lnTo>
                  <a:lnTo>
                    <a:pt x="1052870" y="3180038"/>
                  </a:lnTo>
                  <a:lnTo>
                    <a:pt x="1083290" y="3144369"/>
                  </a:lnTo>
                  <a:lnTo>
                    <a:pt x="1113513" y="3108421"/>
                  </a:lnTo>
                  <a:lnTo>
                    <a:pt x="1143546" y="3072206"/>
                  </a:lnTo>
                  <a:lnTo>
                    <a:pt x="1173398" y="3035735"/>
                  </a:lnTo>
                  <a:lnTo>
                    <a:pt x="1203075" y="2999019"/>
                  </a:lnTo>
                  <a:lnTo>
                    <a:pt x="1232587" y="2962069"/>
                  </a:lnTo>
                  <a:lnTo>
                    <a:pt x="1261941" y="2924896"/>
                  </a:lnTo>
                  <a:lnTo>
                    <a:pt x="1291145" y="2887511"/>
                  </a:lnTo>
                  <a:lnTo>
                    <a:pt x="1320207" y="2849926"/>
                  </a:lnTo>
                  <a:lnTo>
                    <a:pt x="1349134" y="2812152"/>
                  </a:lnTo>
                  <a:lnTo>
                    <a:pt x="1377935" y="2774200"/>
                  </a:lnTo>
                  <a:lnTo>
                    <a:pt x="1406618" y="2736080"/>
                  </a:lnTo>
                  <a:lnTo>
                    <a:pt x="1435190" y="2697805"/>
                  </a:lnTo>
                  <a:lnTo>
                    <a:pt x="1463659" y="2659385"/>
                  </a:lnTo>
                  <a:lnTo>
                    <a:pt x="1492034" y="2620831"/>
                  </a:lnTo>
                  <a:lnTo>
                    <a:pt x="1520321" y="2582155"/>
                  </a:lnTo>
                  <a:lnTo>
                    <a:pt x="1548530" y="2543367"/>
                  </a:lnTo>
                  <a:lnTo>
                    <a:pt x="1576667" y="2504479"/>
                  </a:lnTo>
                  <a:lnTo>
                    <a:pt x="1604741" y="2465502"/>
                  </a:lnTo>
                  <a:lnTo>
                    <a:pt x="1632760" y="2426447"/>
                  </a:lnTo>
                  <a:lnTo>
                    <a:pt x="1660732" y="2387326"/>
                  </a:lnTo>
                  <a:lnTo>
                    <a:pt x="1688663" y="2348148"/>
                  </a:lnTo>
                  <a:lnTo>
                    <a:pt x="1716563" y="2308926"/>
                  </a:lnTo>
                  <a:lnTo>
                    <a:pt x="1744440" y="2269671"/>
                  </a:lnTo>
                  <a:lnTo>
                    <a:pt x="1772300" y="2230393"/>
                  </a:lnTo>
                  <a:lnTo>
                    <a:pt x="1800153" y="2191104"/>
                  </a:lnTo>
                  <a:lnTo>
                    <a:pt x="1828005" y="2151816"/>
                  </a:lnTo>
                  <a:lnTo>
                    <a:pt x="1855865" y="2112538"/>
                  </a:lnTo>
                  <a:lnTo>
                    <a:pt x="1883741" y="2073283"/>
                  </a:lnTo>
                  <a:lnTo>
                    <a:pt x="1911641" y="2034061"/>
                  </a:lnTo>
                  <a:lnTo>
                    <a:pt x="1939572" y="1994884"/>
                  </a:lnTo>
                  <a:lnTo>
                    <a:pt x="1967543" y="1955762"/>
                  </a:lnTo>
                  <a:lnTo>
                    <a:pt x="1995561" y="1916708"/>
                  </a:lnTo>
                  <a:lnTo>
                    <a:pt x="2023635" y="1877731"/>
                  </a:lnTo>
                  <a:lnTo>
                    <a:pt x="2051772" y="1838843"/>
                  </a:lnTo>
                  <a:lnTo>
                    <a:pt x="2079979" y="1800056"/>
                  </a:lnTo>
                  <a:lnTo>
                    <a:pt x="2108266" y="1761379"/>
                  </a:lnTo>
                  <a:lnTo>
                    <a:pt x="2136639" y="1722826"/>
                  </a:lnTo>
                  <a:lnTo>
                    <a:pt x="2165108" y="1684406"/>
                  </a:lnTo>
                  <a:lnTo>
                    <a:pt x="2193679" y="1646131"/>
                  </a:lnTo>
                  <a:lnTo>
                    <a:pt x="2222360" y="1608011"/>
                  </a:lnTo>
                  <a:lnTo>
                    <a:pt x="2251160" y="1570059"/>
                  </a:lnTo>
                  <a:lnTo>
                    <a:pt x="2280086" y="1532285"/>
                  </a:lnTo>
                  <a:lnTo>
                    <a:pt x="2309146" y="1494700"/>
                  </a:lnTo>
                  <a:lnTo>
                    <a:pt x="2338349" y="1457316"/>
                  </a:lnTo>
                  <a:lnTo>
                    <a:pt x="2367701" y="1420143"/>
                  </a:lnTo>
                  <a:lnTo>
                    <a:pt x="2397212" y="1383193"/>
                  </a:lnTo>
                  <a:lnTo>
                    <a:pt x="2426888" y="1346477"/>
                  </a:lnTo>
                  <a:lnTo>
                    <a:pt x="2456738" y="1310006"/>
                  </a:lnTo>
                  <a:lnTo>
                    <a:pt x="2486770" y="1273791"/>
                  </a:lnTo>
                  <a:lnTo>
                    <a:pt x="2516991" y="1237843"/>
                  </a:lnTo>
                  <a:lnTo>
                    <a:pt x="2547409" y="1202174"/>
                  </a:lnTo>
                  <a:lnTo>
                    <a:pt x="2578033" y="1166794"/>
                  </a:lnTo>
                  <a:lnTo>
                    <a:pt x="2608870" y="1131715"/>
                  </a:lnTo>
                  <a:lnTo>
                    <a:pt x="2639928" y="1096947"/>
                  </a:lnTo>
                  <a:lnTo>
                    <a:pt x="2671215" y="1062503"/>
                  </a:lnTo>
                  <a:lnTo>
                    <a:pt x="2702739" y="1028393"/>
                  </a:lnTo>
                  <a:lnTo>
                    <a:pt x="2734507" y="994628"/>
                  </a:lnTo>
                  <a:lnTo>
                    <a:pt x="2766529" y="961219"/>
                  </a:lnTo>
                  <a:lnTo>
                    <a:pt x="2798810" y="928178"/>
                  </a:lnTo>
                  <a:lnTo>
                    <a:pt x="2831361" y="895516"/>
                  </a:lnTo>
                  <a:lnTo>
                    <a:pt x="2864187" y="863243"/>
                  </a:lnTo>
                  <a:lnTo>
                    <a:pt x="2897298" y="831372"/>
                  </a:lnTo>
                  <a:lnTo>
                    <a:pt x="2930701" y="799912"/>
                  </a:lnTo>
                  <a:lnTo>
                    <a:pt x="2964404" y="768875"/>
                  </a:lnTo>
                  <a:lnTo>
                    <a:pt x="2998415" y="738273"/>
                  </a:lnTo>
                  <a:lnTo>
                    <a:pt x="3032742" y="708117"/>
                  </a:lnTo>
                  <a:lnTo>
                    <a:pt x="3067392" y="678417"/>
                  </a:lnTo>
                  <a:lnTo>
                    <a:pt x="3102374" y="649184"/>
                  </a:lnTo>
                  <a:lnTo>
                    <a:pt x="3137696" y="620431"/>
                  </a:lnTo>
                  <a:lnTo>
                    <a:pt x="3173365" y="592167"/>
                  </a:lnTo>
                  <a:lnTo>
                    <a:pt x="3209389" y="564405"/>
                  </a:lnTo>
                  <a:lnTo>
                    <a:pt x="3245777" y="537155"/>
                  </a:lnTo>
                  <a:lnTo>
                    <a:pt x="3282535" y="510429"/>
                  </a:lnTo>
                  <a:lnTo>
                    <a:pt x="3319673" y="484237"/>
                  </a:lnTo>
                  <a:lnTo>
                    <a:pt x="3357197" y="458590"/>
                  </a:lnTo>
                  <a:lnTo>
                    <a:pt x="3395117" y="433501"/>
                  </a:lnTo>
                  <a:lnTo>
                    <a:pt x="3433439" y="408980"/>
                  </a:lnTo>
                  <a:lnTo>
                    <a:pt x="3472171" y="385037"/>
                  </a:lnTo>
                  <a:lnTo>
                    <a:pt x="3511322" y="361685"/>
                  </a:lnTo>
                  <a:lnTo>
                    <a:pt x="3550899" y="338934"/>
                  </a:lnTo>
                  <a:lnTo>
                    <a:pt x="3590911" y="316796"/>
                  </a:lnTo>
                  <a:lnTo>
                    <a:pt x="3631365" y="295282"/>
                  </a:lnTo>
                  <a:lnTo>
                    <a:pt x="3672269" y="274402"/>
                  </a:lnTo>
                  <a:lnTo>
                    <a:pt x="3713630" y="254168"/>
                  </a:lnTo>
                  <a:lnTo>
                    <a:pt x="3755458" y="234591"/>
                  </a:lnTo>
                  <a:lnTo>
                    <a:pt x="3797759" y="215683"/>
                  </a:lnTo>
                  <a:lnTo>
                    <a:pt x="3840542" y="197454"/>
                  </a:lnTo>
                  <a:lnTo>
                    <a:pt x="3883814" y="179915"/>
                  </a:lnTo>
                  <a:lnTo>
                    <a:pt x="3927584" y="163078"/>
                  </a:lnTo>
                  <a:lnTo>
                    <a:pt x="3971860" y="146954"/>
                  </a:lnTo>
                  <a:lnTo>
                    <a:pt x="4016648" y="131553"/>
                  </a:lnTo>
                  <a:lnTo>
                    <a:pt x="4061957" y="116888"/>
                  </a:lnTo>
                  <a:lnTo>
                    <a:pt x="4107796" y="102969"/>
                  </a:lnTo>
                  <a:lnTo>
                    <a:pt x="4154171" y="89807"/>
                  </a:lnTo>
                  <a:lnTo>
                    <a:pt x="4201092" y="77413"/>
                  </a:lnTo>
                  <a:lnTo>
                    <a:pt x="4248565" y="65799"/>
                  </a:lnTo>
                  <a:lnTo>
                    <a:pt x="4296598" y="54976"/>
                  </a:lnTo>
                  <a:lnTo>
                    <a:pt x="4345200" y="44955"/>
                  </a:lnTo>
                  <a:lnTo>
                    <a:pt x="4394378" y="35747"/>
                  </a:lnTo>
                  <a:lnTo>
                    <a:pt x="4444141" y="27362"/>
                  </a:lnTo>
                  <a:lnTo>
                    <a:pt x="4494496" y="19813"/>
                  </a:lnTo>
                  <a:lnTo>
                    <a:pt x="4545451" y="13111"/>
                  </a:lnTo>
                  <a:lnTo>
                    <a:pt x="4597013" y="7266"/>
                  </a:lnTo>
                  <a:lnTo>
                    <a:pt x="4649192" y="2290"/>
                  </a:lnTo>
                  <a:lnTo>
                    <a:pt x="4678711" y="0"/>
                  </a:lnTo>
                </a:path>
              </a:pathLst>
            </a:custGeom>
            <a:ln w="24999">
              <a:solidFill>
                <a:srgbClr val="332C2C"/>
              </a:solidFill>
            </a:ln>
          </p:spPr>
          <p:txBody>
            <a:bodyPr wrap="square" lIns="0" tIns="0" rIns="0" bIns="0" rtlCol="0"/>
            <a:lstStyle/>
            <a:p>
              <a:endParaRPr sz="699"/>
            </a:p>
          </p:txBody>
        </p:sp>
      </p:grpSp>
      <p:sp>
        <p:nvSpPr>
          <p:cNvPr id="5" name="object 5"/>
          <p:cNvSpPr/>
          <p:nvPr/>
        </p:nvSpPr>
        <p:spPr>
          <a:xfrm>
            <a:off x="2466" y="274083"/>
            <a:ext cx="9132725" cy="23783"/>
          </a:xfrm>
          <a:custGeom>
            <a:avLst/>
            <a:gdLst/>
            <a:ahLst/>
            <a:cxnLst/>
            <a:rect l="l" t="t" r="r" b="b"/>
            <a:pathLst>
              <a:path w="18288000" h="47625">
                <a:moveTo>
                  <a:pt x="18287988" y="0"/>
                </a:moveTo>
                <a:lnTo>
                  <a:pt x="0" y="0"/>
                </a:lnTo>
                <a:lnTo>
                  <a:pt x="0" y="47625"/>
                </a:lnTo>
                <a:lnTo>
                  <a:pt x="18287988" y="47625"/>
                </a:lnTo>
                <a:lnTo>
                  <a:pt x="18287988" y="0"/>
                </a:lnTo>
                <a:close/>
              </a:path>
            </a:pathLst>
          </a:custGeom>
          <a:solidFill>
            <a:srgbClr val="332C2C"/>
          </a:solidFill>
        </p:spPr>
        <p:txBody>
          <a:bodyPr wrap="square" lIns="0" tIns="0" rIns="0" bIns="0" rtlCol="0"/>
          <a:lstStyle/>
          <a:p>
            <a:endParaRPr sz="699"/>
          </a:p>
        </p:txBody>
      </p:sp>
      <p:sp>
        <p:nvSpPr>
          <p:cNvPr id="6" name="object 6"/>
          <p:cNvSpPr/>
          <p:nvPr/>
        </p:nvSpPr>
        <p:spPr>
          <a:xfrm>
            <a:off x="2466" y="4870711"/>
            <a:ext cx="9132725" cy="23783"/>
          </a:xfrm>
          <a:custGeom>
            <a:avLst/>
            <a:gdLst/>
            <a:ahLst/>
            <a:cxnLst/>
            <a:rect l="l" t="t" r="r" b="b"/>
            <a:pathLst>
              <a:path w="18288000" h="47625">
                <a:moveTo>
                  <a:pt x="18287988" y="0"/>
                </a:moveTo>
                <a:lnTo>
                  <a:pt x="0" y="0"/>
                </a:lnTo>
                <a:lnTo>
                  <a:pt x="0" y="47625"/>
                </a:lnTo>
                <a:lnTo>
                  <a:pt x="18287988" y="47625"/>
                </a:lnTo>
                <a:lnTo>
                  <a:pt x="18287988" y="0"/>
                </a:lnTo>
                <a:close/>
              </a:path>
            </a:pathLst>
          </a:custGeom>
          <a:solidFill>
            <a:srgbClr val="332C2C"/>
          </a:solidFill>
        </p:spPr>
        <p:txBody>
          <a:bodyPr wrap="square" lIns="0" tIns="0" rIns="0" bIns="0" rtlCol="0"/>
          <a:lstStyle/>
          <a:p>
            <a:endParaRPr sz="699"/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216878" y="520302"/>
            <a:ext cx="8232771" cy="929061"/>
          </a:xfrm>
          <a:prstGeom prst="rect">
            <a:avLst/>
          </a:prstGeom>
        </p:spPr>
        <p:txBody>
          <a:bodyPr spcFirstLastPara="1" vert="horz" wrap="square" lIns="0" tIns="31076" rIns="0" bIns="0" rtlCol="0" anchor="t" anchorCtr="0">
            <a:spAutoFit/>
          </a:bodyPr>
          <a:lstStyle/>
          <a:p>
            <a:pPr marL="6342" marR="2537">
              <a:lnSpc>
                <a:spcPts val="1723"/>
              </a:lnSpc>
              <a:spcBef>
                <a:spcPts val="244"/>
              </a:spcBef>
            </a:pPr>
            <a:r>
              <a:rPr sz="1600" spc="-5" dirty="0">
                <a:latin typeface="Verdana"/>
                <a:cs typeface="Verdana"/>
              </a:rPr>
              <a:t>Es </a:t>
            </a:r>
            <a:r>
              <a:rPr sz="1600" spc="12" dirty="0">
                <a:latin typeface="Verdana"/>
                <a:cs typeface="Verdana"/>
              </a:rPr>
              <a:t>crucial </a:t>
            </a:r>
            <a:r>
              <a:rPr sz="1600" spc="-25" dirty="0">
                <a:solidFill>
                  <a:srgbClr val="000000"/>
                </a:solidFill>
                <a:latin typeface="Verdana"/>
                <a:cs typeface="Verdana"/>
              </a:rPr>
              <a:t>evitar </a:t>
            </a:r>
            <a:r>
              <a:rPr sz="1600" dirty="0">
                <a:solidFill>
                  <a:srgbClr val="000000"/>
                </a:solidFill>
                <a:latin typeface="Verdana"/>
                <a:cs typeface="Verdana"/>
              </a:rPr>
              <a:t>el </a:t>
            </a:r>
            <a:r>
              <a:rPr sz="1600" spc="5" dirty="0">
                <a:solidFill>
                  <a:srgbClr val="000000"/>
                </a:solidFill>
                <a:latin typeface="Verdana"/>
                <a:cs typeface="Verdana"/>
              </a:rPr>
              <a:t>sesgo </a:t>
            </a:r>
            <a:r>
              <a:rPr sz="1600" spc="-80" dirty="0">
                <a:solidFill>
                  <a:srgbClr val="000000"/>
                </a:solidFill>
                <a:latin typeface="Verdana"/>
                <a:cs typeface="Verdana"/>
              </a:rPr>
              <a:t>y </a:t>
            </a:r>
            <a:r>
              <a:rPr sz="1600" spc="-12" dirty="0">
                <a:solidFill>
                  <a:srgbClr val="000000"/>
                </a:solidFill>
                <a:latin typeface="Verdana"/>
                <a:cs typeface="Verdana"/>
              </a:rPr>
              <a:t>los </a:t>
            </a:r>
            <a:r>
              <a:rPr sz="1600" spc="-2" dirty="0">
                <a:solidFill>
                  <a:srgbClr val="000000"/>
                </a:solidFill>
                <a:latin typeface="Verdana"/>
                <a:cs typeface="Verdana"/>
              </a:rPr>
              <a:t>prejuicios </a:t>
            </a:r>
            <a:r>
              <a:rPr sz="1600" spc="-15" dirty="0">
                <a:latin typeface="Verdana"/>
                <a:cs typeface="Verdana"/>
              </a:rPr>
              <a:t>al </a:t>
            </a:r>
            <a:r>
              <a:rPr sz="1600" spc="7" dirty="0">
                <a:latin typeface="Verdana"/>
                <a:cs typeface="Verdana"/>
              </a:rPr>
              <a:t>formular </a:t>
            </a:r>
            <a:r>
              <a:rPr sz="1600" spc="-27" dirty="0">
                <a:latin typeface="Verdana"/>
                <a:cs typeface="Verdana"/>
              </a:rPr>
              <a:t>las </a:t>
            </a:r>
            <a:r>
              <a:rPr sz="1600" spc="12" dirty="0">
                <a:latin typeface="Verdana"/>
                <a:cs typeface="Verdana"/>
              </a:rPr>
              <a:t>instrucciones </a:t>
            </a:r>
            <a:r>
              <a:rPr sz="1600" spc="-17" dirty="0">
                <a:latin typeface="Verdana"/>
                <a:cs typeface="Verdana"/>
              </a:rPr>
              <a:t>para </a:t>
            </a:r>
            <a:r>
              <a:rPr sz="1600" dirty="0">
                <a:latin typeface="Verdana"/>
                <a:cs typeface="Verdana"/>
              </a:rPr>
              <a:t>el </a:t>
            </a:r>
            <a:r>
              <a:rPr sz="1600" spc="2" dirty="0">
                <a:latin typeface="Verdana"/>
                <a:cs typeface="Verdana"/>
              </a:rPr>
              <a:t> </a:t>
            </a:r>
            <a:r>
              <a:rPr sz="1600" spc="47" dirty="0">
                <a:latin typeface="Verdana"/>
                <a:cs typeface="Verdana"/>
              </a:rPr>
              <a:t>prompt de</a:t>
            </a:r>
            <a:r>
              <a:rPr lang="es-MX" sz="1600" spc="47" dirty="0">
                <a:latin typeface="Verdana"/>
                <a:cs typeface="Verdana"/>
              </a:rPr>
              <a:t>l GML</a:t>
            </a:r>
            <a:r>
              <a:rPr sz="1600" spc="-20" dirty="0">
                <a:latin typeface="Verdana"/>
                <a:cs typeface="Verdana"/>
              </a:rPr>
              <a:t>. </a:t>
            </a:r>
            <a:r>
              <a:rPr sz="1600" spc="-10" dirty="0">
                <a:latin typeface="Verdana"/>
                <a:cs typeface="Verdana"/>
              </a:rPr>
              <a:t>Las </a:t>
            </a:r>
            <a:r>
              <a:rPr sz="1600" spc="20" dirty="0">
                <a:latin typeface="Verdana"/>
                <a:cs typeface="Verdana"/>
              </a:rPr>
              <a:t>preguntas </a:t>
            </a:r>
            <a:r>
              <a:rPr sz="1600" spc="-2" dirty="0">
                <a:latin typeface="Verdana"/>
                <a:cs typeface="Verdana"/>
              </a:rPr>
              <a:t>sesgadas </a:t>
            </a:r>
            <a:r>
              <a:rPr sz="1600" spc="52" dirty="0">
                <a:latin typeface="Verdana"/>
                <a:cs typeface="Verdana"/>
              </a:rPr>
              <a:t>pueden </a:t>
            </a:r>
            <a:r>
              <a:rPr sz="1600" spc="5" dirty="0">
                <a:latin typeface="Verdana"/>
                <a:cs typeface="Verdana"/>
              </a:rPr>
              <a:t>inﬂuir </a:t>
            </a:r>
            <a:r>
              <a:rPr sz="1600" spc="37" dirty="0">
                <a:latin typeface="Verdana"/>
                <a:cs typeface="Verdana"/>
              </a:rPr>
              <a:t>en </a:t>
            </a:r>
            <a:r>
              <a:rPr sz="1600" spc="-27" dirty="0">
                <a:latin typeface="Verdana"/>
                <a:cs typeface="Verdana"/>
              </a:rPr>
              <a:t>las </a:t>
            </a:r>
            <a:r>
              <a:rPr sz="1600" spc="-7" dirty="0">
                <a:latin typeface="Verdana"/>
                <a:cs typeface="Verdana"/>
              </a:rPr>
              <a:t>respuestas </a:t>
            </a:r>
            <a:r>
              <a:rPr sz="1600" spc="-5" dirty="0">
                <a:latin typeface="Verdana"/>
                <a:cs typeface="Verdana"/>
              </a:rPr>
              <a:t> </a:t>
            </a:r>
            <a:r>
              <a:rPr sz="1600" spc="-20" dirty="0">
                <a:latin typeface="Verdana"/>
                <a:cs typeface="Verdana"/>
              </a:rPr>
              <a:t>generadas,</a:t>
            </a:r>
            <a:r>
              <a:rPr sz="1600" spc="-140" dirty="0">
                <a:latin typeface="Verdana"/>
                <a:cs typeface="Verdana"/>
              </a:rPr>
              <a:t> </a:t>
            </a:r>
            <a:r>
              <a:rPr sz="1600" spc="10" dirty="0">
                <a:latin typeface="Verdana"/>
                <a:cs typeface="Verdana"/>
              </a:rPr>
              <a:t>lo</a:t>
            </a:r>
            <a:r>
              <a:rPr sz="1600" spc="-140" dirty="0">
                <a:latin typeface="Verdana"/>
                <a:cs typeface="Verdana"/>
              </a:rPr>
              <a:t> </a:t>
            </a:r>
            <a:r>
              <a:rPr sz="1600" spc="50" dirty="0">
                <a:latin typeface="Verdana"/>
                <a:cs typeface="Verdana"/>
              </a:rPr>
              <a:t>que</a:t>
            </a:r>
            <a:r>
              <a:rPr sz="1600" spc="-140" dirty="0">
                <a:latin typeface="Verdana"/>
                <a:cs typeface="Verdana"/>
              </a:rPr>
              <a:t> </a:t>
            </a:r>
            <a:r>
              <a:rPr sz="1600" spc="5" dirty="0">
                <a:latin typeface="Verdana"/>
                <a:cs typeface="Verdana"/>
              </a:rPr>
              <a:t>afecta</a:t>
            </a:r>
            <a:r>
              <a:rPr sz="1600" spc="-140" dirty="0">
                <a:latin typeface="Verdana"/>
                <a:cs typeface="Verdana"/>
              </a:rPr>
              <a:t> </a:t>
            </a:r>
            <a:r>
              <a:rPr sz="1600" spc="-15" dirty="0">
                <a:latin typeface="Verdana"/>
                <a:cs typeface="Verdana"/>
              </a:rPr>
              <a:t>la</a:t>
            </a:r>
            <a:r>
              <a:rPr sz="1600" spc="-140" dirty="0">
                <a:latin typeface="Verdana"/>
                <a:cs typeface="Verdana"/>
              </a:rPr>
              <a:t> </a:t>
            </a:r>
            <a:r>
              <a:rPr sz="1600" spc="22" dirty="0">
                <a:latin typeface="Verdana"/>
                <a:cs typeface="Verdana"/>
              </a:rPr>
              <a:t>calidad</a:t>
            </a:r>
            <a:r>
              <a:rPr sz="1600" spc="-140" dirty="0">
                <a:latin typeface="Verdana"/>
                <a:cs typeface="Verdana"/>
              </a:rPr>
              <a:t> </a:t>
            </a:r>
            <a:r>
              <a:rPr sz="1600" spc="-80" dirty="0">
                <a:latin typeface="Verdana"/>
                <a:cs typeface="Verdana"/>
              </a:rPr>
              <a:t>y</a:t>
            </a:r>
            <a:r>
              <a:rPr sz="1600" spc="-137" dirty="0">
                <a:latin typeface="Verdana"/>
                <a:cs typeface="Verdana"/>
              </a:rPr>
              <a:t> </a:t>
            </a:r>
            <a:r>
              <a:rPr sz="1600" spc="-15" dirty="0">
                <a:latin typeface="Verdana"/>
                <a:cs typeface="Verdana"/>
              </a:rPr>
              <a:t>la</a:t>
            </a:r>
            <a:r>
              <a:rPr sz="1600" spc="-140" dirty="0">
                <a:latin typeface="Verdana"/>
                <a:cs typeface="Verdana"/>
              </a:rPr>
              <a:t> </a:t>
            </a:r>
            <a:r>
              <a:rPr sz="1600" spc="20" dirty="0">
                <a:latin typeface="Verdana"/>
                <a:cs typeface="Verdana"/>
              </a:rPr>
              <a:t>imparcialidad</a:t>
            </a:r>
            <a:r>
              <a:rPr sz="1600" spc="-140" dirty="0">
                <a:latin typeface="Verdana"/>
                <a:cs typeface="Verdana"/>
              </a:rPr>
              <a:t> </a:t>
            </a:r>
            <a:r>
              <a:rPr sz="1600" spc="47" dirty="0">
                <a:latin typeface="Verdana"/>
                <a:cs typeface="Verdana"/>
              </a:rPr>
              <a:t>de</a:t>
            </a:r>
            <a:r>
              <a:rPr sz="1600" spc="-140" dirty="0">
                <a:latin typeface="Verdana"/>
                <a:cs typeface="Verdana"/>
              </a:rPr>
              <a:t> </a:t>
            </a:r>
            <a:r>
              <a:rPr sz="1600" spc="-15" dirty="0">
                <a:latin typeface="Verdana"/>
                <a:cs typeface="Verdana"/>
              </a:rPr>
              <a:t>la</a:t>
            </a:r>
            <a:r>
              <a:rPr sz="1600" spc="-140" dirty="0">
                <a:latin typeface="Verdana"/>
                <a:cs typeface="Verdana"/>
              </a:rPr>
              <a:t> </a:t>
            </a:r>
            <a:r>
              <a:rPr sz="1600" spc="-40" dirty="0">
                <a:latin typeface="Verdana"/>
                <a:cs typeface="Verdana"/>
              </a:rPr>
              <a:t>salida.</a:t>
            </a:r>
            <a:r>
              <a:rPr sz="1600" spc="-140" dirty="0">
                <a:latin typeface="Verdana"/>
                <a:cs typeface="Verdana"/>
              </a:rPr>
              <a:t> </a:t>
            </a:r>
            <a:r>
              <a:rPr sz="1600" spc="15" dirty="0">
                <a:latin typeface="Verdana"/>
                <a:cs typeface="Verdana"/>
              </a:rPr>
              <a:t>La</a:t>
            </a:r>
            <a:r>
              <a:rPr sz="1600" spc="-137" dirty="0">
                <a:latin typeface="Verdana"/>
                <a:cs typeface="Verdana"/>
              </a:rPr>
              <a:t> </a:t>
            </a:r>
            <a:r>
              <a:rPr sz="1600" spc="12" dirty="0">
                <a:latin typeface="Verdana"/>
                <a:cs typeface="Verdana"/>
              </a:rPr>
              <a:t>neutralidad</a:t>
            </a:r>
            <a:r>
              <a:rPr sz="1600" spc="-140" dirty="0">
                <a:latin typeface="Verdana"/>
                <a:cs typeface="Verdana"/>
              </a:rPr>
              <a:t> </a:t>
            </a:r>
            <a:r>
              <a:rPr sz="1600" spc="-22" dirty="0">
                <a:latin typeface="Verdana"/>
                <a:cs typeface="Verdana"/>
              </a:rPr>
              <a:t>es </a:t>
            </a:r>
            <a:r>
              <a:rPr sz="1600" spc="-547" dirty="0">
                <a:latin typeface="Verdana"/>
                <a:cs typeface="Verdana"/>
              </a:rPr>
              <a:t> </a:t>
            </a:r>
            <a:r>
              <a:rPr sz="1600" spc="10" dirty="0">
                <a:latin typeface="Verdana"/>
                <a:cs typeface="Verdana"/>
              </a:rPr>
              <a:t>e</a:t>
            </a:r>
            <a:r>
              <a:rPr sz="1600" spc="-55" dirty="0">
                <a:latin typeface="Verdana"/>
                <a:cs typeface="Verdana"/>
              </a:rPr>
              <a:t>s</a:t>
            </a:r>
            <a:r>
              <a:rPr sz="1600" spc="10" dirty="0">
                <a:latin typeface="Verdana"/>
                <a:cs typeface="Verdana"/>
              </a:rPr>
              <a:t>e</a:t>
            </a:r>
            <a:r>
              <a:rPr sz="1600" spc="65" dirty="0">
                <a:latin typeface="Verdana"/>
                <a:cs typeface="Verdana"/>
              </a:rPr>
              <a:t>n</a:t>
            </a:r>
            <a:r>
              <a:rPr sz="1600" spc="50" dirty="0">
                <a:latin typeface="Verdana"/>
                <a:cs typeface="Verdana"/>
              </a:rPr>
              <a:t>c</a:t>
            </a:r>
            <a:r>
              <a:rPr sz="1600" spc="-12" dirty="0">
                <a:latin typeface="Verdana"/>
                <a:cs typeface="Verdana"/>
              </a:rPr>
              <a:t>i</a:t>
            </a:r>
            <a:r>
              <a:rPr sz="1600" spc="-20" dirty="0">
                <a:latin typeface="Verdana"/>
                <a:cs typeface="Verdana"/>
              </a:rPr>
              <a:t>a</a:t>
            </a:r>
            <a:r>
              <a:rPr sz="1600" spc="-10" dirty="0">
                <a:latin typeface="Verdana"/>
                <a:cs typeface="Verdana"/>
              </a:rPr>
              <a:t>l</a:t>
            </a:r>
            <a:r>
              <a:rPr sz="1600" spc="-142" dirty="0">
                <a:latin typeface="Verdana"/>
                <a:cs typeface="Verdana"/>
              </a:rPr>
              <a:t> </a:t>
            </a:r>
            <a:r>
              <a:rPr sz="1600" spc="80" dirty="0">
                <a:latin typeface="Verdana"/>
                <a:cs typeface="Verdana"/>
              </a:rPr>
              <a:t>p</a:t>
            </a:r>
            <a:r>
              <a:rPr sz="1600" spc="-20" dirty="0">
                <a:latin typeface="Verdana"/>
                <a:cs typeface="Verdana"/>
              </a:rPr>
              <a:t>a</a:t>
            </a:r>
            <a:r>
              <a:rPr sz="1600" spc="-117" dirty="0">
                <a:latin typeface="Verdana"/>
                <a:cs typeface="Verdana"/>
              </a:rPr>
              <a:t>r</a:t>
            </a:r>
            <a:r>
              <a:rPr sz="1600" spc="-17" dirty="0">
                <a:latin typeface="Verdana"/>
                <a:cs typeface="Verdana"/>
              </a:rPr>
              <a:t>a</a:t>
            </a:r>
            <a:r>
              <a:rPr sz="1600" spc="-142" dirty="0">
                <a:latin typeface="Verdana"/>
                <a:cs typeface="Verdana"/>
              </a:rPr>
              <a:t> </a:t>
            </a:r>
            <a:r>
              <a:rPr sz="1600" spc="27" dirty="0">
                <a:latin typeface="Verdana"/>
                <a:cs typeface="Verdana"/>
              </a:rPr>
              <a:t>o</a:t>
            </a:r>
            <a:r>
              <a:rPr sz="1600" spc="82" dirty="0">
                <a:latin typeface="Verdana"/>
                <a:cs typeface="Verdana"/>
              </a:rPr>
              <a:t>b</a:t>
            </a:r>
            <a:r>
              <a:rPr sz="1600" spc="-12" dirty="0">
                <a:latin typeface="Verdana"/>
                <a:cs typeface="Verdana"/>
              </a:rPr>
              <a:t>t</a:t>
            </a:r>
            <a:r>
              <a:rPr sz="1600" spc="10" dirty="0">
                <a:latin typeface="Verdana"/>
                <a:cs typeface="Verdana"/>
              </a:rPr>
              <a:t>e</a:t>
            </a:r>
            <a:r>
              <a:rPr sz="1600" spc="65" dirty="0">
                <a:latin typeface="Verdana"/>
                <a:cs typeface="Verdana"/>
              </a:rPr>
              <a:t>n</a:t>
            </a:r>
            <a:r>
              <a:rPr sz="1600" spc="10" dirty="0">
                <a:latin typeface="Verdana"/>
                <a:cs typeface="Verdana"/>
              </a:rPr>
              <a:t>e</a:t>
            </a:r>
            <a:r>
              <a:rPr sz="1600" spc="-42" dirty="0">
                <a:latin typeface="Verdana"/>
                <a:cs typeface="Verdana"/>
              </a:rPr>
              <a:t>r</a:t>
            </a:r>
            <a:r>
              <a:rPr sz="1600" spc="-142" dirty="0">
                <a:latin typeface="Verdana"/>
                <a:cs typeface="Verdana"/>
              </a:rPr>
              <a:t> </a:t>
            </a:r>
            <a:r>
              <a:rPr sz="1600" spc="-65" dirty="0">
                <a:latin typeface="Verdana"/>
                <a:cs typeface="Verdana"/>
              </a:rPr>
              <a:t>r</a:t>
            </a:r>
            <a:r>
              <a:rPr sz="1600" spc="10" dirty="0">
                <a:latin typeface="Verdana"/>
                <a:cs typeface="Verdana"/>
              </a:rPr>
              <a:t>e</a:t>
            </a:r>
            <a:r>
              <a:rPr sz="1600" spc="-55" dirty="0">
                <a:latin typeface="Verdana"/>
                <a:cs typeface="Verdana"/>
              </a:rPr>
              <a:t>s</a:t>
            </a:r>
            <a:r>
              <a:rPr sz="1600" spc="57" dirty="0">
                <a:latin typeface="Verdana"/>
                <a:cs typeface="Verdana"/>
              </a:rPr>
              <a:t>u</a:t>
            </a:r>
            <a:r>
              <a:rPr sz="1600" spc="-7" dirty="0">
                <a:latin typeface="Verdana"/>
                <a:cs typeface="Verdana"/>
              </a:rPr>
              <a:t>l</a:t>
            </a:r>
            <a:r>
              <a:rPr sz="1600" spc="15" dirty="0">
                <a:latin typeface="Verdana"/>
                <a:cs typeface="Verdana"/>
              </a:rPr>
              <a:t>t</a:t>
            </a:r>
            <a:r>
              <a:rPr sz="1600" spc="-20" dirty="0">
                <a:latin typeface="Verdana"/>
                <a:cs typeface="Verdana"/>
              </a:rPr>
              <a:t>a</a:t>
            </a:r>
            <a:r>
              <a:rPr sz="1600" spc="82" dirty="0">
                <a:latin typeface="Verdana"/>
                <a:cs typeface="Verdana"/>
              </a:rPr>
              <a:t>d</a:t>
            </a:r>
            <a:r>
              <a:rPr sz="1600" spc="27" dirty="0">
                <a:latin typeface="Verdana"/>
                <a:cs typeface="Verdana"/>
              </a:rPr>
              <a:t>o</a:t>
            </a:r>
            <a:r>
              <a:rPr sz="1600" spc="-52" dirty="0">
                <a:latin typeface="Verdana"/>
                <a:cs typeface="Verdana"/>
              </a:rPr>
              <a:t>s</a:t>
            </a:r>
            <a:r>
              <a:rPr sz="1600" spc="-142" dirty="0">
                <a:latin typeface="Verdana"/>
                <a:cs typeface="Verdana"/>
              </a:rPr>
              <a:t> </a:t>
            </a:r>
            <a:r>
              <a:rPr sz="1600" spc="27" dirty="0">
                <a:latin typeface="Verdana"/>
                <a:cs typeface="Verdana"/>
              </a:rPr>
              <a:t>o</a:t>
            </a:r>
            <a:r>
              <a:rPr sz="1600" spc="82" dirty="0">
                <a:latin typeface="Verdana"/>
                <a:cs typeface="Verdana"/>
              </a:rPr>
              <a:t>b</a:t>
            </a:r>
            <a:r>
              <a:rPr sz="1600" spc="-114" dirty="0">
                <a:latin typeface="Verdana"/>
                <a:cs typeface="Verdana"/>
              </a:rPr>
              <a:t>j</a:t>
            </a:r>
            <a:r>
              <a:rPr sz="1600" spc="10" dirty="0">
                <a:latin typeface="Verdana"/>
                <a:cs typeface="Verdana"/>
              </a:rPr>
              <a:t>e</a:t>
            </a:r>
            <a:r>
              <a:rPr sz="1600" spc="15" dirty="0">
                <a:latin typeface="Verdana"/>
                <a:cs typeface="Verdana"/>
              </a:rPr>
              <a:t>t</a:t>
            </a:r>
            <a:r>
              <a:rPr sz="1600" spc="-12" dirty="0">
                <a:latin typeface="Verdana"/>
                <a:cs typeface="Verdana"/>
              </a:rPr>
              <a:t>i</a:t>
            </a:r>
            <a:r>
              <a:rPr sz="1600" spc="-105" dirty="0">
                <a:latin typeface="Verdana"/>
                <a:cs typeface="Verdana"/>
              </a:rPr>
              <a:t>v</a:t>
            </a:r>
            <a:r>
              <a:rPr sz="1600" spc="27" dirty="0">
                <a:latin typeface="Verdana"/>
                <a:cs typeface="Verdana"/>
              </a:rPr>
              <a:t>o</a:t>
            </a:r>
            <a:r>
              <a:rPr sz="1600" spc="-55" dirty="0">
                <a:latin typeface="Verdana"/>
                <a:cs typeface="Verdana"/>
              </a:rPr>
              <a:t>s</a:t>
            </a:r>
            <a:r>
              <a:rPr sz="1600" spc="-240" dirty="0">
                <a:latin typeface="Verdana"/>
                <a:cs typeface="Verdana"/>
              </a:rPr>
              <a:t>.</a:t>
            </a:r>
            <a:endParaRPr sz="1600" dirty="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466" y="3042229"/>
            <a:ext cx="1462822" cy="2095136"/>
          </a:xfrm>
          <a:custGeom>
            <a:avLst/>
            <a:gdLst/>
            <a:ahLst/>
            <a:cxnLst/>
            <a:rect l="l" t="t" r="r" b="b"/>
            <a:pathLst>
              <a:path w="2929255" h="4195445">
                <a:moveTo>
                  <a:pt x="0" y="0"/>
                </a:moveTo>
                <a:lnTo>
                  <a:pt x="35896" y="29865"/>
                </a:lnTo>
                <a:lnTo>
                  <a:pt x="69718" y="58874"/>
                </a:lnTo>
                <a:lnTo>
                  <a:pt x="103228" y="88438"/>
                </a:lnTo>
                <a:lnTo>
                  <a:pt x="136431" y="118546"/>
                </a:lnTo>
                <a:lnTo>
                  <a:pt x="169333" y="149188"/>
                </a:lnTo>
                <a:lnTo>
                  <a:pt x="201940" y="180354"/>
                </a:lnTo>
                <a:lnTo>
                  <a:pt x="234258" y="212035"/>
                </a:lnTo>
                <a:lnTo>
                  <a:pt x="266292" y="244219"/>
                </a:lnTo>
                <a:lnTo>
                  <a:pt x="298048" y="276897"/>
                </a:lnTo>
                <a:lnTo>
                  <a:pt x="329531" y="310060"/>
                </a:lnTo>
                <a:lnTo>
                  <a:pt x="360747" y="343696"/>
                </a:lnTo>
                <a:lnTo>
                  <a:pt x="391703" y="377796"/>
                </a:lnTo>
                <a:lnTo>
                  <a:pt x="422402" y="412349"/>
                </a:lnTo>
                <a:lnTo>
                  <a:pt x="452853" y="447346"/>
                </a:lnTo>
                <a:lnTo>
                  <a:pt x="483059" y="482776"/>
                </a:lnTo>
                <a:lnTo>
                  <a:pt x="513026" y="518630"/>
                </a:lnTo>
                <a:lnTo>
                  <a:pt x="542761" y="554897"/>
                </a:lnTo>
                <a:lnTo>
                  <a:pt x="572269" y="591567"/>
                </a:lnTo>
                <a:lnTo>
                  <a:pt x="601555" y="628630"/>
                </a:lnTo>
                <a:lnTo>
                  <a:pt x="630626" y="666077"/>
                </a:lnTo>
                <a:lnTo>
                  <a:pt x="659486" y="703896"/>
                </a:lnTo>
                <a:lnTo>
                  <a:pt x="688143" y="742078"/>
                </a:lnTo>
                <a:lnTo>
                  <a:pt x="716600" y="780613"/>
                </a:lnTo>
                <a:lnTo>
                  <a:pt x="744865" y="819491"/>
                </a:lnTo>
                <a:lnTo>
                  <a:pt x="772942" y="858702"/>
                </a:lnTo>
                <a:lnTo>
                  <a:pt x="800838" y="898235"/>
                </a:lnTo>
                <a:lnTo>
                  <a:pt x="828558" y="938080"/>
                </a:lnTo>
                <a:lnTo>
                  <a:pt x="856107" y="978228"/>
                </a:lnTo>
                <a:lnTo>
                  <a:pt x="883492" y="1018668"/>
                </a:lnTo>
                <a:lnTo>
                  <a:pt x="910718" y="1059391"/>
                </a:lnTo>
                <a:lnTo>
                  <a:pt x="937790" y="1100385"/>
                </a:lnTo>
                <a:lnTo>
                  <a:pt x="964715" y="1141642"/>
                </a:lnTo>
                <a:lnTo>
                  <a:pt x="991498" y="1183151"/>
                </a:lnTo>
                <a:lnTo>
                  <a:pt x="1018145" y="1224902"/>
                </a:lnTo>
                <a:lnTo>
                  <a:pt x="1044661" y="1266884"/>
                </a:lnTo>
                <a:lnTo>
                  <a:pt x="1071053" y="1309089"/>
                </a:lnTo>
                <a:lnTo>
                  <a:pt x="1097325" y="1351505"/>
                </a:lnTo>
                <a:lnTo>
                  <a:pt x="1123484" y="1394122"/>
                </a:lnTo>
                <a:lnTo>
                  <a:pt x="1149534" y="1436931"/>
                </a:lnTo>
                <a:lnTo>
                  <a:pt x="1175483" y="1479922"/>
                </a:lnTo>
                <a:lnTo>
                  <a:pt x="1201335" y="1523084"/>
                </a:lnTo>
                <a:lnTo>
                  <a:pt x="1227096" y="1566407"/>
                </a:lnTo>
                <a:lnTo>
                  <a:pt x="1252773" y="1609882"/>
                </a:lnTo>
                <a:lnTo>
                  <a:pt x="1278369" y="1653497"/>
                </a:lnTo>
                <a:lnTo>
                  <a:pt x="1303892" y="1697244"/>
                </a:lnTo>
                <a:lnTo>
                  <a:pt x="1329347" y="1741112"/>
                </a:lnTo>
                <a:lnTo>
                  <a:pt x="1354739" y="1785090"/>
                </a:lnTo>
                <a:lnTo>
                  <a:pt x="1380075" y="1829170"/>
                </a:lnTo>
                <a:lnTo>
                  <a:pt x="1405359" y="1873340"/>
                </a:lnTo>
                <a:lnTo>
                  <a:pt x="1430598" y="1917590"/>
                </a:lnTo>
                <a:lnTo>
                  <a:pt x="1455798" y="1961912"/>
                </a:lnTo>
                <a:lnTo>
                  <a:pt x="1480963" y="2006293"/>
                </a:lnTo>
                <a:lnTo>
                  <a:pt x="1506100" y="2050726"/>
                </a:lnTo>
                <a:lnTo>
                  <a:pt x="1531214" y="2095198"/>
                </a:lnTo>
                <a:lnTo>
                  <a:pt x="1556311" y="2139701"/>
                </a:lnTo>
                <a:lnTo>
                  <a:pt x="1581397" y="2184224"/>
                </a:lnTo>
                <a:lnTo>
                  <a:pt x="1606477" y="2228757"/>
                </a:lnTo>
                <a:lnTo>
                  <a:pt x="1631557" y="2273289"/>
                </a:lnTo>
                <a:lnTo>
                  <a:pt x="1656643" y="2317812"/>
                </a:lnTo>
                <a:lnTo>
                  <a:pt x="1681740" y="2362315"/>
                </a:lnTo>
                <a:lnTo>
                  <a:pt x="1706854" y="2406787"/>
                </a:lnTo>
                <a:lnTo>
                  <a:pt x="1731991" y="2451219"/>
                </a:lnTo>
                <a:lnTo>
                  <a:pt x="1757157" y="2495600"/>
                </a:lnTo>
                <a:lnTo>
                  <a:pt x="1782356" y="2539921"/>
                </a:lnTo>
                <a:lnTo>
                  <a:pt x="1807595" y="2584172"/>
                </a:lnTo>
                <a:lnTo>
                  <a:pt x="1832879" y="2628342"/>
                </a:lnTo>
                <a:lnTo>
                  <a:pt x="1858215" y="2672421"/>
                </a:lnTo>
                <a:lnTo>
                  <a:pt x="1883607" y="2716399"/>
                </a:lnTo>
                <a:lnTo>
                  <a:pt x="1909062" y="2760266"/>
                </a:lnTo>
                <a:lnTo>
                  <a:pt x="1934585" y="2804013"/>
                </a:lnTo>
                <a:lnTo>
                  <a:pt x="1960181" y="2847628"/>
                </a:lnTo>
                <a:lnTo>
                  <a:pt x="1985857" y="2891103"/>
                </a:lnTo>
                <a:lnTo>
                  <a:pt x="2011618" y="2934426"/>
                </a:lnTo>
                <a:lnTo>
                  <a:pt x="2037470" y="2977587"/>
                </a:lnTo>
                <a:lnTo>
                  <a:pt x="2063419" y="3020578"/>
                </a:lnTo>
                <a:lnTo>
                  <a:pt x="2089470" y="3063387"/>
                </a:lnTo>
                <a:lnTo>
                  <a:pt x="2115628" y="3106004"/>
                </a:lnTo>
                <a:lnTo>
                  <a:pt x="2141900" y="3148420"/>
                </a:lnTo>
                <a:lnTo>
                  <a:pt x="2168292" y="3190625"/>
                </a:lnTo>
                <a:lnTo>
                  <a:pt x="2194808" y="3232607"/>
                </a:lnTo>
                <a:lnTo>
                  <a:pt x="2221454" y="3274358"/>
                </a:lnTo>
                <a:lnTo>
                  <a:pt x="2248237" y="3315866"/>
                </a:lnTo>
                <a:lnTo>
                  <a:pt x="2275162" y="3357123"/>
                </a:lnTo>
                <a:lnTo>
                  <a:pt x="2302235" y="3398118"/>
                </a:lnTo>
                <a:lnTo>
                  <a:pt x="2329460" y="3438840"/>
                </a:lnTo>
                <a:lnTo>
                  <a:pt x="2356845" y="3479280"/>
                </a:lnTo>
                <a:lnTo>
                  <a:pt x="2384394" y="3519428"/>
                </a:lnTo>
                <a:lnTo>
                  <a:pt x="2412114" y="3559273"/>
                </a:lnTo>
                <a:lnTo>
                  <a:pt x="2440009" y="3598806"/>
                </a:lnTo>
                <a:lnTo>
                  <a:pt x="2468087" y="3638017"/>
                </a:lnTo>
                <a:lnTo>
                  <a:pt x="2496351" y="3676895"/>
                </a:lnTo>
                <a:lnTo>
                  <a:pt x="2524809" y="3715430"/>
                </a:lnTo>
                <a:lnTo>
                  <a:pt x="2553465" y="3753612"/>
                </a:lnTo>
                <a:lnTo>
                  <a:pt x="2582325" y="3791431"/>
                </a:lnTo>
                <a:lnTo>
                  <a:pt x="2611396" y="3828878"/>
                </a:lnTo>
                <a:lnTo>
                  <a:pt x="2640682" y="3865941"/>
                </a:lnTo>
                <a:lnTo>
                  <a:pt x="2670190" y="3902611"/>
                </a:lnTo>
                <a:lnTo>
                  <a:pt x="2699925" y="3938878"/>
                </a:lnTo>
                <a:lnTo>
                  <a:pt x="2729892" y="3974732"/>
                </a:lnTo>
                <a:lnTo>
                  <a:pt x="2760098" y="4010162"/>
                </a:lnTo>
                <a:lnTo>
                  <a:pt x="2790548" y="4045159"/>
                </a:lnTo>
                <a:lnTo>
                  <a:pt x="2821248" y="4079712"/>
                </a:lnTo>
                <a:lnTo>
                  <a:pt x="2852203" y="4113812"/>
                </a:lnTo>
                <a:lnTo>
                  <a:pt x="2883419" y="4147448"/>
                </a:lnTo>
                <a:lnTo>
                  <a:pt x="2914903" y="4180610"/>
                </a:lnTo>
                <a:lnTo>
                  <a:pt x="2928913" y="4195027"/>
                </a:lnTo>
              </a:path>
            </a:pathLst>
          </a:custGeom>
          <a:ln w="24997">
            <a:solidFill>
              <a:srgbClr val="332C2C"/>
            </a:solidFill>
          </a:ln>
        </p:spPr>
        <p:txBody>
          <a:bodyPr wrap="square" lIns="0" tIns="0" rIns="0" bIns="0" rtlCol="0"/>
          <a:lstStyle/>
          <a:p>
            <a:endParaRPr sz="699"/>
          </a:p>
        </p:txBody>
      </p:sp>
      <p:grpSp>
        <p:nvGrpSpPr>
          <p:cNvPr id="3" name="object 3"/>
          <p:cNvGrpSpPr/>
          <p:nvPr/>
        </p:nvGrpSpPr>
        <p:grpSpPr>
          <a:xfrm>
            <a:off x="-22136" y="-23527"/>
            <a:ext cx="9132725" cy="5132166"/>
            <a:chOff x="0" y="9993"/>
            <a:chExt cx="18288000" cy="1027700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267505" y="9993"/>
              <a:ext cx="8020494" cy="10277005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0" y="548830"/>
              <a:ext cx="18288000" cy="9251950"/>
            </a:xfrm>
            <a:custGeom>
              <a:avLst/>
              <a:gdLst/>
              <a:ahLst/>
              <a:cxnLst/>
              <a:rect l="l" t="t" r="r" b="b"/>
              <a:pathLst>
                <a:path w="18288000" h="9251950">
                  <a:moveTo>
                    <a:pt x="18287988" y="9203855"/>
                  </a:moveTo>
                  <a:lnTo>
                    <a:pt x="0" y="9203855"/>
                  </a:lnTo>
                  <a:lnTo>
                    <a:pt x="0" y="9251480"/>
                  </a:lnTo>
                  <a:lnTo>
                    <a:pt x="18287988" y="9251480"/>
                  </a:lnTo>
                  <a:lnTo>
                    <a:pt x="18287988" y="9203855"/>
                  </a:lnTo>
                  <a:close/>
                </a:path>
                <a:path w="18288000" h="9251950">
                  <a:moveTo>
                    <a:pt x="18287988" y="0"/>
                  </a:moveTo>
                  <a:lnTo>
                    <a:pt x="0" y="0"/>
                  </a:lnTo>
                  <a:lnTo>
                    <a:pt x="0" y="47625"/>
                  </a:lnTo>
                  <a:lnTo>
                    <a:pt x="18287988" y="47625"/>
                  </a:lnTo>
                  <a:lnTo>
                    <a:pt x="18287988" y="0"/>
                  </a:lnTo>
                  <a:close/>
                </a:path>
              </a:pathLst>
            </a:custGeom>
            <a:solidFill>
              <a:srgbClr val="332C2C"/>
            </a:solidFill>
          </p:spPr>
          <p:txBody>
            <a:bodyPr wrap="square" lIns="0" tIns="0" rIns="0" bIns="0" rtlCol="0"/>
            <a:lstStyle/>
            <a:p>
              <a:endParaRPr sz="699"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789027" y="1463251"/>
            <a:ext cx="3755199" cy="2120960"/>
          </a:xfrm>
          <a:prstGeom prst="rect">
            <a:avLst/>
          </a:prstGeom>
        </p:spPr>
        <p:txBody>
          <a:bodyPr vert="horz" wrap="square" lIns="0" tIns="3805" rIns="0" bIns="0" rtlCol="0">
            <a:spAutoFit/>
          </a:bodyPr>
          <a:lstStyle/>
          <a:p>
            <a:pPr marL="6342" marR="2537">
              <a:lnSpc>
                <a:spcPct val="101400"/>
              </a:lnSpc>
              <a:spcBef>
                <a:spcPts val="30"/>
              </a:spcBef>
            </a:pPr>
            <a:r>
              <a:rPr sz="1373" spc="45" dirty="0">
                <a:solidFill>
                  <a:srgbClr val="332C2C"/>
                </a:solidFill>
                <a:latin typeface="Verdana"/>
                <a:cs typeface="Verdana"/>
              </a:rPr>
              <a:t>A</a:t>
            </a:r>
            <a:r>
              <a:rPr sz="1373" spc="-7" dirty="0">
                <a:solidFill>
                  <a:srgbClr val="332C2C"/>
                </a:solidFill>
                <a:latin typeface="Verdana"/>
                <a:cs typeface="Verdana"/>
              </a:rPr>
              <a:t>l</a:t>
            </a:r>
            <a:r>
              <a:rPr sz="1373" spc="-125" dirty="0">
                <a:solidFill>
                  <a:srgbClr val="332C2C"/>
                </a:solidFill>
                <a:latin typeface="Verdana"/>
                <a:cs typeface="Verdana"/>
              </a:rPr>
              <a:t> </a:t>
            </a:r>
            <a:r>
              <a:rPr sz="1373" spc="52" dirty="0">
                <a:solidFill>
                  <a:srgbClr val="332C2C"/>
                </a:solidFill>
                <a:latin typeface="Verdana"/>
                <a:cs typeface="Verdana"/>
              </a:rPr>
              <a:t>u</a:t>
            </a:r>
            <a:r>
              <a:rPr sz="1373" spc="15" dirty="0">
                <a:solidFill>
                  <a:srgbClr val="332C2C"/>
                </a:solidFill>
                <a:latin typeface="Verdana"/>
                <a:cs typeface="Verdana"/>
              </a:rPr>
              <a:t>t</a:t>
            </a:r>
            <a:r>
              <a:rPr sz="1373" spc="-10" dirty="0">
                <a:solidFill>
                  <a:srgbClr val="332C2C"/>
                </a:solidFill>
                <a:latin typeface="Verdana"/>
                <a:cs typeface="Verdana"/>
              </a:rPr>
              <a:t>ili</a:t>
            </a:r>
            <a:r>
              <a:rPr sz="1373" spc="-22" dirty="0">
                <a:solidFill>
                  <a:srgbClr val="332C2C"/>
                </a:solidFill>
                <a:latin typeface="Verdana"/>
                <a:cs typeface="Verdana"/>
              </a:rPr>
              <a:t>z</a:t>
            </a:r>
            <a:r>
              <a:rPr sz="1373" spc="-17" dirty="0">
                <a:solidFill>
                  <a:srgbClr val="332C2C"/>
                </a:solidFill>
                <a:latin typeface="Verdana"/>
                <a:cs typeface="Verdana"/>
              </a:rPr>
              <a:t>a</a:t>
            </a:r>
            <a:r>
              <a:rPr sz="1373" spc="-35" dirty="0">
                <a:solidFill>
                  <a:srgbClr val="332C2C"/>
                </a:solidFill>
                <a:latin typeface="Verdana"/>
                <a:cs typeface="Verdana"/>
              </a:rPr>
              <a:t>r</a:t>
            </a:r>
            <a:r>
              <a:rPr sz="1373" spc="-125" dirty="0">
                <a:solidFill>
                  <a:srgbClr val="332C2C"/>
                </a:solidFill>
                <a:latin typeface="Verdana"/>
                <a:cs typeface="Verdana"/>
              </a:rPr>
              <a:t> </a:t>
            </a:r>
            <a:r>
              <a:rPr sz="1373" spc="10" dirty="0">
                <a:solidFill>
                  <a:srgbClr val="332C2C"/>
                </a:solidFill>
                <a:latin typeface="Verdana"/>
                <a:cs typeface="Verdana"/>
              </a:rPr>
              <a:t>e</a:t>
            </a:r>
            <a:r>
              <a:rPr sz="1373" spc="-7" dirty="0">
                <a:solidFill>
                  <a:srgbClr val="332C2C"/>
                </a:solidFill>
                <a:latin typeface="Verdana"/>
                <a:cs typeface="Verdana"/>
              </a:rPr>
              <a:t>l</a:t>
            </a:r>
            <a:r>
              <a:rPr sz="1373" spc="-125" dirty="0">
                <a:solidFill>
                  <a:srgbClr val="332C2C"/>
                </a:solidFill>
                <a:latin typeface="Verdana"/>
                <a:cs typeface="Verdana"/>
              </a:rPr>
              <a:t> </a:t>
            </a:r>
            <a:r>
              <a:rPr sz="1373" spc="72" dirty="0">
                <a:solidFill>
                  <a:srgbClr val="332C2C"/>
                </a:solidFill>
                <a:latin typeface="Verdana"/>
                <a:cs typeface="Verdana"/>
              </a:rPr>
              <a:t>p</a:t>
            </a:r>
            <a:r>
              <a:rPr sz="1373" spc="-55" dirty="0">
                <a:solidFill>
                  <a:srgbClr val="332C2C"/>
                </a:solidFill>
                <a:latin typeface="Verdana"/>
                <a:cs typeface="Verdana"/>
              </a:rPr>
              <a:t>r</a:t>
            </a:r>
            <a:r>
              <a:rPr sz="1373" spc="25" dirty="0">
                <a:solidFill>
                  <a:srgbClr val="332C2C"/>
                </a:solidFill>
                <a:latin typeface="Verdana"/>
                <a:cs typeface="Verdana"/>
              </a:rPr>
              <a:t>o</a:t>
            </a:r>
            <a:r>
              <a:rPr sz="1373" spc="120" dirty="0">
                <a:solidFill>
                  <a:srgbClr val="332C2C"/>
                </a:solidFill>
                <a:latin typeface="Verdana"/>
                <a:cs typeface="Verdana"/>
              </a:rPr>
              <a:t>m</a:t>
            </a:r>
            <a:r>
              <a:rPr sz="1373" spc="72" dirty="0">
                <a:solidFill>
                  <a:srgbClr val="332C2C"/>
                </a:solidFill>
                <a:latin typeface="Verdana"/>
                <a:cs typeface="Verdana"/>
              </a:rPr>
              <a:t>p</a:t>
            </a:r>
            <a:r>
              <a:rPr sz="1373" spc="17" dirty="0">
                <a:solidFill>
                  <a:srgbClr val="332C2C"/>
                </a:solidFill>
                <a:latin typeface="Verdana"/>
                <a:cs typeface="Verdana"/>
              </a:rPr>
              <a:t>t</a:t>
            </a:r>
            <a:r>
              <a:rPr sz="1373" spc="-125" dirty="0">
                <a:solidFill>
                  <a:srgbClr val="332C2C"/>
                </a:solidFill>
                <a:latin typeface="Verdana"/>
                <a:cs typeface="Verdana"/>
              </a:rPr>
              <a:t> </a:t>
            </a:r>
            <a:r>
              <a:rPr sz="1373" spc="72" dirty="0">
                <a:solidFill>
                  <a:srgbClr val="332C2C"/>
                </a:solidFill>
                <a:latin typeface="Verdana"/>
                <a:cs typeface="Verdana"/>
              </a:rPr>
              <a:t>d</a:t>
            </a:r>
            <a:r>
              <a:rPr sz="1373" spc="12" dirty="0">
                <a:solidFill>
                  <a:srgbClr val="332C2C"/>
                </a:solidFill>
                <a:latin typeface="Verdana"/>
                <a:cs typeface="Verdana"/>
              </a:rPr>
              <a:t>e</a:t>
            </a:r>
            <a:r>
              <a:rPr sz="1373" spc="-125" dirty="0">
                <a:solidFill>
                  <a:srgbClr val="332C2C"/>
                </a:solidFill>
                <a:latin typeface="Verdana"/>
                <a:cs typeface="Verdana"/>
              </a:rPr>
              <a:t> </a:t>
            </a:r>
            <a:r>
              <a:rPr sz="1373" spc="27" dirty="0">
                <a:solidFill>
                  <a:srgbClr val="332C2C"/>
                </a:solidFill>
                <a:latin typeface="Verdana"/>
                <a:cs typeface="Verdana"/>
              </a:rPr>
              <a:t>C</a:t>
            </a:r>
            <a:r>
              <a:rPr sz="1373" spc="57" dirty="0">
                <a:solidFill>
                  <a:srgbClr val="332C2C"/>
                </a:solidFill>
                <a:latin typeface="Verdana"/>
                <a:cs typeface="Verdana"/>
              </a:rPr>
              <a:t>h</a:t>
            </a:r>
            <a:r>
              <a:rPr sz="1373" spc="-17" dirty="0">
                <a:solidFill>
                  <a:srgbClr val="332C2C"/>
                </a:solidFill>
                <a:latin typeface="Verdana"/>
                <a:cs typeface="Verdana"/>
              </a:rPr>
              <a:t>a</a:t>
            </a:r>
            <a:r>
              <a:rPr sz="1373" spc="15" dirty="0">
                <a:solidFill>
                  <a:srgbClr val="332C2C"/>
                </a:solidFill>
                <a:latin typeface="Verdana"/>
                <a:cs typeface="Verdana"/>
              </a:rPr>
              <a:t>t</a:t>
            </a:r>
            <a:r>
              <a:rPr sz="1373" spc="-5" dirty="0">
                <a:solidFill>
                  <a:srgbClr val="332C2C"/>
                </a:solidFill>
                <a:latin typeface="Verdana"/>
                <a:cs typeface="Verdana"/>
              </a:rPr>
              <a:t>G</a:t>
            </a:r>
            <a:r>
              <a:rPr sz="1373" spc="112" dirty="0">
                <a:solidFill>
                  <a:srgbClr val="332C2C"/>
                </a:solidFill>
                <a:latin typeface="Verdana"/>
                <a:cs typeface="Verdana"/>
              </a:rPr>
              <a:t>P</a:t>
            </a:r>
            <a:r>
              <a:rPr sz="1373" spc="-102" dirty="0">
                <a:solidFill>
                  <a:srgbClr val="332C2C"/>
                </a:solidFill>
                <a:latin typeface="Verdana"/>
                <a:cs typeface="Verdana"/>
              </a:rPr>
              <a:t>T</a:t>
            </a:r>
            <a:r>
              <a:rPr sz="1373" spc="-210" dirty="0">
                <a:solidFill>
                  <a:srgbClr val="332C2C"/>
                </a:solidFill>
                <a:latin typeface="Verdana"/>
                <a:cs typeface="Verdana"/>
              </a:rPr>
              <a:t>,</a:t>
            </a:r>
            <a:r>
              <a:rPr sz="1373" spc="-125" dirty="0">
                <a:solidFill>
                  <a:srgbClr val="332C2C"/>
                </a:solidFill>
                <a:latin typeface="Verdana"/>
                <a:cs typeface="Verdana"/>
              </a:rPr>
              <a:t> </a:t>
            </a:r>
            <a:r>
              <a:rPr sz="1373" spc="10" dirty="0">
                <a:solidFill>
                  <a:srgbClr val="332C2C"/>
                </a:solidFill>
                <a:latin typeface="Verdana"/>
                <a:cs typeface="Verdana"/>
              </a:rPr>
              <a:t>e</a:t>
            </a:r>
            <a:r>
              <a:rPr sz="1373" spc="-35" dirty="0">
                <a:solidFill>
                  <a:srgbClr val="332C2C"/>
                </a:solidFill>
                <a:latin typeface="Verdana"/>
                <a:cs typeface="Verdana"/>
              </a:rPr>
              <a:t>s  </a:t>
            </a:r>
            <a:r>
              <a:rPr sz="1373" spc="10" dirty="0">
                <a:solidFill>
                  <a:srgbClr val="332C2C"/>
                </a:solidFill>
                <a:latin typeface="Verdana"/>
                <a:cs typeface="Verdana"/>
              </a:rPr>
              <a:t>e</a:t>
            </a:r>
            <a:r>
              <a:rPr sz="1373" spc="-47" dirty="0">
                <a:solidFill>
                  <a:srgbClr val="332C2C"/>
                </a:solidFill>
                <a:latin typeface="Verdana"/>
                <a:cs typeface="Verdana"/>
              </a:rPr>
              <a:t>s</a:t>
            </a:r>
            <a:r>
              <a:rPr sz="1373" spc="10" dirty="0">
                <a:solidFill>
                  <a:srgbClr val="332C2C"/>
                </a:solidFill>
                <a:latin typeface="Verdana"/>
                <a:cs typeface="Verdana"/>
              </a:rPr>
              <a:t>e</a:t>
            </a:r>
            <a:r>
              <a:rPr sz="1373" spc="57" dirty="0">
                <a:solidFill>
                  <a:srgbClr val="332C2C"/>
                </a:solidFill>
                <a:latin typeface="Verdana"/>
                <a:cs typeface="Verdana"/>
              </a:rPr>
              <a:t>n</a:t>
            </a:r>
            <a:r>
              <a:rPr sz="1373" spc="45" dirty="0">
                <a:solidFill>
                  <a:srgbClr val="332C2C"/>
                </a:solidFill>
                <a:latin typeface="Verdana"/>
                <a:cs typeface="Verdana"/>
              </a:rPr>
              <a:t>c</a:t>
            </a:r>
            <a:r>
              <a:rPr sz="1373" spc="-10" dirty="0">
                <a:solidFill>
                  <a:srgbClr val="332C2C"/>
                </a:solidFill>
                <a:latin typeface="Verdana"/>
                <a:cs typeface="Verdana"/>
              </a:rPr>
              <a:t>i</a:t>
            </a:r>
            <a:r>
              <a:rPr sz="1373" spc="-17" dirty="0">
                <a:solidFill>
                  <a:srgbClr val="332C2C"/>
                </a:solidFill>
                <a:latin typeface="Verdana"/>
                <a:cs typeface="Verdana"/>
              </a:rPr>
              <a:t>a</a:t>
            </a:r>
            <a:r>
              <a:rPr sz="1373" spc="-7" dirty="0">
                <a:solidFill>
                  <a:srgbClr val="332C2C"/>
                </a:solidFill>
                <a:latin typeface="Verdana"/>
                <a:cs typeface="Verdana"/>
              </a:rPr>
              <a:t>l</a:t>
            </a:r>
            <a:r>
              <a:rPr sz="1373" spc="-125" dirty="0">
                <a:solidFill>
                  <a:srgbClr val="332C2C"/>
                </a:solidFill>
                <a:latin typeface="Verdana"/>
                <a:cs typeface="Verdana"/>
              </a:rPr>
              <a:t> </a:t>
            </a:r>
            <a:r>
              <a:rPr sz="1373" spc="42" dirty="0">
                <a:solidFill>
                  <a:srgbClr val="332C2C"/>
                </a:solidFill>
                <a:latin typeface="Verdana"/>
                <a:cs typeface="Verdana"/>
              </a:rPr>
              <a:t>c</a:t>
            </a:r>
            <a:r>
              <a:rPr sz="1373" spc="25" dirty="0">
                <a:solidFill>
                  <a:srgbClr val="332C2C"/>
                </a:solidFill>
                <a:latin typeface="Verdana"/>
                <a:cs typeface="Verdana"/>
              </a:rPr>
              <a:t>o</a:t>
            </a:r>
            <a:r>
              <a:rPr sz="1373" spc="120" dirty="0">
                <a:solidFill>
                  <a:srgbClr val="332C2C"/>
                </a:solidFill>
                <a:latin typeface="Verdana"/>
                <a:cs typeface="Verdana"/>
              </a:rPr>
              <a:t>m</a:t>
            </a:r>
            <a:r>
              <a:rPr sz="1373" spc="72" dirty="0">
                <a:solidFill>
                  <a:srgbClr val="332C2C"/>
                </a:solidFill>
                <a:latin typeface="Verdana"/>
                <a:cs typeface="Verdana"/>
              </a:rPr>
              <a:t>p</a:t>
            </a:r>
            <a:r>
              <a:rPr sz="1373" spc="-55" dirty="0">
                <a:solidFill>
                  <a:srgbClr val="332C2C"/>
                </a:solidFill>
                <a:latin typeface="Verdana"/>
                <a:cs typeface="Verdana"/>
              </a:rPr>
              <a:t>r</a:t>
            </a:r>
            <a:r>
              <a:rPr sz="1373" spc="10" dirty="0">
                <a:solidFill>
                  <a:srgbClr val="332C2C"/>
                </a:solidFill>
                <a:latin typeface="Verdana"/>
                <a:cs typeface="Verdana"/>
              </a:rPr>
              <a:t>e</a:t>
            </a:r>
            <a:r>
              <a:rPr sz="1373" spc="57" dirty="0">
                <a:solidFill>
                  <a:srgbClr val="332C2C"/>
                </a:solidFill>
                <a:latin typeface="Verdana"/>
                <a:cs typeface="Verdana"/>
              </a:rPr>
              <a:t>n</a:t>
            </a:r>
            <a:r>
              <a:rPr sz="1373" spc="72" dirty="0">
                <a:solidFill>
                  <a:srgbClr val="332C2C"/>
                </a:solidFill>
                <a:latin typeface="Verdana"/>
                <a:cs typeface="Verdana"/>
              </a:rPr>
              <a:t>d</a:t>
            </a:r>
            <a:r>
              <a:rPr sz="1373" spc="10" dirty="0">
                <a:solidFill>
                  <a:srgbClr val="332C2C"/>
                </a:solidFill>
                <a:latin typeface="Verdana"/>
                <a:cs typeface="Verdana"/>
              </a:rPr>
              <a:t>e</a:t>
            </a:r>
            <a:r>
              <a:rPr sz="1373" spc="-35" dirty="0">
                <a:solidFill>
                  <a:srgbClr val="332C2C"/>
                </a:solidFill>
                <a:latin typeface="Verdana"/>
                <a:cs typeface="Verdana"/>
              </a:rPr>
              <a:t>r</a:t>
            </a:r>
            <a:r>
              <a:rPr sz="1373" spc="-125" dirty="0">
                <a:solidFill>
                  <a:srgbClr val="332C2C"/>
                </a:solidFill>
                <a:latin typeface="Verdana"/>
                <a:cs typeface="Verdana"/>
              </a:rPr>
              <a:t> </a:t>
            </a:r>
            <a:r>
              <a:rPr sz="1373" spc="-10" dirty="0">
                <a:solidFill>
                  <a:srgbClr val="332C2C"/>
                </a:solidFill>
                <a:latin typeface="Verdana"/>
                <a:cs typeface="Verdana"/>
              </a:rPr>
              <a:t>l</a:t>
            </a:r>
            <a:r>
              <a:rPr sz="1373" spc="25" dirty="0">
                <a:solidFill>
                  <a:srgbClr val="332C2C"/>
                </a:solidFill>
                <a:latin typeface="Verdana"/>
                <a:cs typeface="Verdana"/>
              </a:rPr>
              <a:t>o</a:t>
            </a:r>
            <a:r>
              <a:rPr sz="1373" spc="-45" dirty="0">
                <a:solidFill>
                  <a:srgbClr val="332C2C"/>
                </a:solidFill>
                <a:latin typeface="Verdana"/>
                <a:cs typeface="Verdana"/>
              </a:rPr>
              <a:t>s</a:t>
            </a:r>
            <a:r>
              <a:rPr sz="1373" spc="-125" dirty="0">
                <a:solidFill>
                  <a:srgbClr val="332C2C"/>
                </a:solidFill>
                <a:latin typeface="Verdana"/>
                <a:cs typeface="Verdana"/>
              </a:rPr>
              <a:t> </a:t>
            </a:r>
            <a:r>
              <a:rPr sz="1373" spc="10" dirty="0">
                <a:solidFill>
                  <a:srgbClr val="332C2C"/>
                </a:solidFill>
                <a:latin typeface="Verdana"/>
                <a:cs typeface="Verdana"/>
              </a:rPr>
              <a:t>e</a:t>
            </a:r>
            <a:r>
              <a:rPr sz="1373" spc="-10" dirty="0">
                <a:solidFill>
                  <a:srgbClr val="332C2C"/>
                </a:solidFill>
                <a:latin typeface="Verdana"/>
                <a:cs typeface="Verdana"/>
              </a:rPr>
              <a:t>l</a:t>
            </a:r>
            <a:r>
              <a:rPr sz="1373" spc="10" dirty="0">
                <a:solidFill>
                  <a:srgbClr val="332C2C"/>
                </a:solidFill>
                <a:latin typeface="Verdana"/>
                <a:cs typeface="Verdana"/>
              </a:rPr>
              <a:t>e</a:t>
            </a:r>
            <a:r>
              <a:rPr sz="1373" spc="120" dirty="0">
                <a:solidFill>
                  <a:srgbClr val="332C2C"/>
                </a:solidFill>
                <a:latin typeface="Verdana"/>
                <a:cs typeface="Verdana"/>
              </a:rPr>
              <a:t>m</a:t>
            </a:r>
            <a:r>
              <a:rPr sz="1373" spc="10" dirty="0">
                <a:solidFill>
                  <a:srgbClr val="332C2C"/>
                </a:solidFill>
                <a:latin typeface="Verdana"/>
                <a:cs typeface="Verdana"/>
              </a:rPr>
              <a:t>e</a:t>
            </a:r>
            <a:r>
              <a:rPr sz="1373" spc="57" dirty="0">
                <a:solidFill>
                  <a:srgbClr val="332C2C"/>
                </a:solidFill>
                <a:latin typeface="Verdana"/>
                <a:cs typeface="Verdana"/>
              </a:rPr>
              <a:t>n</a:t>
            </a:r>
            <a:r>
              <a:rPr sz="1373" spc="-10" dirty="0">
                <a:solidFill>
                  <a:srgbClr val="332C2C"/>
                </a:solidFill>
                <a:latin typeface="Verdana"/>
                <a:cs typeface="Verdana"/>
              </a:rPr>
              <a:t>t</a:t>
            </a:r>
            <a:r>
              <a:rPr sz="1373" spc="25" dirty="0">
                <a:solidFill>
                  <a:srgbClr val="332C2C"/>
                </a:solidFill>
                <a:latin typeface="Verdana"/>
                <a:cs typeface="Verdana"/>
              </a:rPr>
              <a:t>o</a:t>
            </a:r>
            <a:r>
              <a:rPr sz="1373" spc="-45" dirty="0">
                <a:solidFill>
                  <a:srgbClr val="332C2C"/>
                </a:solidFill>
                <a:latin typeface="Verdana"/>
                <a:cs typeface="Verdana"/>
              </a:rPr>
              <a:t>s</a:t>
            </a:r>
            <a:r>
              <a:rPr sz="1373" spc="-125" dirty="0">
                <a:solidFill>
                  <a:srgbClr val="332C2C"/>
                </a:solidFill>
                <a:latin typeface="Verdana"/>
                <a:cs typeface="Verdana"/>
              </a:rPr>
              <a:t> </a:t>
            </a:r>
            <a:r>
              <a:rPr sz="1373" spc="45" dirty="0">
                <a:solidFill>
                  <a:srgbClr val="332C2C"/>
                </a:solidFill>
                <a:latin typeface="Verdana"/>
                <a:cs typeface="Verdana"/>
              </a:rPr>
              <a:t>c</a:t>
            </a:r>
            <a:r>
              <a:rPr sz="1373" spc="-10" dirty="0">
                <a:solidFill>
                  <a:srgbClr val="332C2C"/>
                </a:solidFill>
                <a:latin typeface="Verdana"/>
                <a:cs typeface="Verdana"/>
              </a:rPr>
              <a:t>l</a:t>
            </a:r>
            <a:r>
              <a:rPr sz="1373" spc="-30" dirty="0">
                <a:solidFill>
                  <a:srgbClr val="332C2C"/>
                </a:solidFill>
                <a:latin typeface="Verdana"/>
                <a:cs typeface="Verdana"/>
              </a:rPr>
              <a:t>a</a:t>
            </a:r>
            <a:r>
              <a:rPr sz="1373" spc="-90" dirty="0">
                <a:solidFill>
                  <a:srgbClr val="332C2C"/>
                </a:solidFill>
                <a:latin typeface="Verdana"/>
                <a:cs typeface="Verdana"/>
              </a:rPr>
              <a:t>v</a:t>
            </a:r>
            <a:r>
              <a:rPr sz="1373" spc="12" dirty="0">
                <a:solidFill>
                  <a:srgbClr val="332C2C"/>
                </a:solidFill>
                <a:latin typeface="Verdana"/>
                <a:cs typeface="Verdana"/>
              </a:rPr>
              <a:t>e</a:t>
            </a:r>
            <a:r>
              <a:rPr sz="1373" spc="-125" dirty="0">
                <a:solidFill>
                  <a:srgbClr val="332C2C"/>
                </a:solidFill>
                <a:latin typeface="Verdana"/>
                <a:cs typeface="Verdana"/>
              </a:rPr>
              <a:t> </a:t>
            </a:r>
            <a:r>
              <a:rPr sz="1373" spc="-50" dirty="0">
                <a:solidFill>
                  <a:srgbClr val="332C2C"/>
                </a:solidFill>
                <a:latin typeface="Verdana"/>
                <a:cs typeface="Verdana"/>
              </a:rPr>
              <a:t>y  </a:t>
            </a:r>
            <a:r>
              <a:rPr sz="1373" spc="-2" dirty="0">
                <a:solidFill>
                  <a:srgbClr val="332C2C"/>
                </a:solidFill>
                <a:latin typeface="Verdana"/>
                <a:cs typeface="Verdana"/>
              </a:rPr>
              <a:t>e</a:t>
            </a:r>
            <a:r>
              <a:rPr sz="1373" spc="-70" dirty="0">
                <a:solidFill>
                  <a:srgbClr val="332C2C"/>
                </a:solidFill>
                <a:latin typeface="Verdana"/>
                <a:cs typeface="Verdana"/>
              </a:rPr>
              <a:t>v</a:t>
            </a:r>
            <a:r>
              <a:rPr sz="1373" spc="-10" dirty="0">
                <a:solidFill>
                  <a:srgbClr val="332C2C"/>
                </a:solidFill>
                <a:latin typeface="Verdana"/>
                <a:cs typeface="Verdana"/>
              </a:rPr>
              <a:t>i</a:t>
            </a:r>
            <a:r>
              <a:rPr sz="1373" spc="15" dirty="0">
                <a:solidFill>
                  <a:srgbClr val="332C2C"/>
                </a:solidFill>
                <a:latin typeface="Verdana"/>
                <a:cs typeface="Verdana"/>
              </a:rPr>
              <a:t>t</a:t>
            </a:r>
            <a:r>
              <a:rPr sz="1373" spc="-17" dirty="0">
                <a:solidFill>
                  <a:srgbClr val="332C2C"/>
                </a:solidFill>
                <a:latin typeface="Verdana"/>
                <a:cs typeface="Verdana"/>
              </a:rPr>
              <a:t>a</a:t>
            </a:r>
            <a:r>
              <a:rPr sz="1373" spc="-35" dirty="0">
                <a:solidFill>
                  <a:srgbClr val="332C2C"/>
                </a:solidFill>
                <a:latin typeface="Verdana"/>
                <a:cs typeface="Verdana"/>
              </a:rPr>
              <a:t>r</a:t>
            </a:r>
            <a:r>
              <a:rPr sz="1373" spc="-125" dirty="0">
                <a:solidFill>
                  <a:srgbClr val="332C2C"/>
                </a:solidFill>
                <a:latin typeface="Verdana"/>
                <a:cs typeface="Verdana"/>
              </a:rPr>
              <a:t> </a:t>
            </a:r>
            <a:r>
              <a:rPr sz="1373" spc="-10" dirty="0">
                <a:solidFill>
                  <a:srgbClr val="332C2C"/>
                </a:solidFill>
                <a:latin typeface="Verdana"/>
                <a:cs typeface="Verdana"/>
              </a:rPr>
              <a:t>l</a:t>
            </a:r>
            <a:r>
              <a:rPr sz="1373" spc="25" dirty="0">
                <a:solidFill>
                  <a:srgbClr val="332C2C"/>
                </a:solidFill>
                <a:latin typeface="Verdana"/>
                <a:cs typeface="Verdana"/>
              </a:rPr>
              <a:t>o</a:t>
            </a:r>
            <a:r>
              <a:rPr sz="1373" spc="-45" dirty="0">
                <a:solidFill>
                  <a:srgbClr val="332C2C"/>
                </a:solidFill>
                <a:latin typeface="Verdana"/>
                <a:cs typeface="Verdana"/>
              </a:rPr>
              <a:t>s</a:t>
            </a:r>
            <a:r>
              <a:rPr sz="1373" spc="-125" dirty="0">
                <a:solidFill>
                  <a:srgbClr val="332C2C"/>
                </a:solidFill>
                <a:latin typeface="Verdana"/>
                <a:cs typeface="Verdana"/>
              </a:rPr>
              <a:t> </a:t>
            </a:r>
            <a:r>
              <a:rPr sz="1373" spc="10" dirty="0">
                <a:solidFill>
                  <a:srgbClr val="332C2C"/>
                </a:solidFill>
                <a:latin typeface="Verdana"/>
                <a:cs typeface="Verdana"/>
              </a:rPr>
              <a:t>e</a:t>
            </a:r>
            <a:r>
              <a:rPr sz="1373" spc="-47" dirty="0">
                <a:solidFill>
                  <a:srgbClr val="332C2C"/>
                </a:solidFill>
                <a:latin typeface="Verdana"/>
                <a:cs typeface="Verdana"/>
              </a:rPr>
              <a:t>r</a:t>
            </a:r>
            <a:r>
              <a:rPr sz="1373" spc="-55" dirty="0">
                <a:solidFill>
                  <a:srgbClr val="332C2C"/>
                </a:solidFill>
                <a:latin typeface="Verdana"/>
                <a:cs typeface="Verdana"/>
              </a:rPr>
              <a:t>r</a:t>
            </a:r>
            <a:r>
              <a:rPr sz="1373" spc="25" dirty="0">
                <a:solidFill>
                  <a:srgbClr val="332C2C"/>
                </a:solidFill>
                <a:latin typeface="Verdana"/>
                <a:cs typeface="Verdana"/>
              </a:rPr>
              <a:t>o</a:t>
            </a:r>
            <a:r>
              <a:rPr sz="1373" spc="-55" dirty="0">
                <a:solidFill>
                  <a:srgbClr val="332C2C"/>
                </a:solidFill>
                <a:latin typeface="Verdana"/>
                <a:cs typeface="Verdana"/>
              </a:rPr>
              <a:t>r</a:t>
            </a:r>
            <a:r>
              <a:rPr sz="1373" spc="10" dirty="0">
                <a:solidFill>
                  <a:srgbClr val="332C2C"/>
                </a:solidFill>
                <a:latin typeface="Verdana"/>
                <a:cs typeface="Verdana"/>
              </a:rPr>
              <a:t>e</a:t>
            </a:r>
            <a:r>
              <a:rPr sz="1373" spc="-45" dirty="0">
                <a:solidFill>
                  <a:srgbClr val="332C2C"/>
                </a:solidFill>
                <a:latin typeface="Verdana"/>
                <a:cs typeface="Verdana"/>
              </a:rPr>
              <a:t>s</a:t>
            </a:r>
            <a:r>
              <a:rPr sz="1373" spc="-125" dirty="0">
                <a:solidFill>
                  <a:srgbClr val="332C2C"/>
                </a:solidFill>
                <a:latin typeface="Verdana"/>
                <a:cs typeface="Verdana"/>
              </a:rPr>
              <a:t> </a:t>
            </a:r>
            <a:r>
              <a:rPr sz="1373" spc="45" dirty="0">
                <a:solidFill>
                  <a:srgbClr val="332C2C"/>
                </a:solidFill>
                <a:latin typeface="Verdana"/>
                <a:cs typeface="Verdana"/>
              </a:rPr>
              <a:t>c</a:t>
            </a:r>
            <a:r>
              <a:rPr sz="1373" spc="25" dirty="0">
                <a:solidFill>
                  <a:srgbClr val="332C2C"/>
                </a:solidFill>
                <a:latin typeface="Verdana"/>
                <a:cs typeface="Verdana"/>
              </a:rPr>
              <a:t>o</a:t>
            </a:r>
            <a:r>
              <a:rPr sz="1373" spc="120" dirty="0">
                <a:solidFill>
                  <a:srgbClr val="332C2C"/>
                </a:solidFill>
                <a:latin typeface="Verdana"/>
                <a:cs typeface="Verdana"/>
              </a:rPr>
              <a:t>m</a:t>
            </a:r>
            <a:r>
              <a:rPr sz="1373" spc="52" dirty="0">
                <a:solidFill>
                  <a:srgbClr val="332C2C"/>
                </a:solidFill>
                <a:latin typeface="Verdana"/>
                <a:cs typeface="Verdana"/>
              </a:rPr>
              <a:t>u</a:t>
            </a:r>
            <a:r>
              <a:rPr sz="1373" spc="57" dirty="0">
                <a:solidFill>
                  <a:srgbClr val="332C2C"/>
                </a:solidFill>
                <a:latin typeface="Verdana"/>
                <a:cs typeface="Verdana"/>
              </a:rPr>
              <a:t>n</a:t>
            </a:r>
            <a:r>
              <a:rPr sz="1373" spc="10" dirty="0">
                <a:solidFill>
                  <a:srgbClr val="332C2C"/>
                </a:solidFill>
                <a:latin typeface="Verdana"/>
                <a:cs typeface="Verdana"/>
              </a:rPr>
              <a:t>e</a:t>
            </a:r>
            <a:r>
              <a:rPr sz="1373" spc="-47" dirty="0">
                <a:solidFill>
                  <a:srgbClr val="332C2C"/>
                </a:solidFill>
                <a:latin typeface="Verdana"/>
                <a:cs typeface="Verdana"/>
              </a:rPr>
              <a:t>s</a:t>
            </a:r>
            <a:r>
              <a:rPr sz="1373" spc="-210" dirty="0">
                <a:solidFill>
                  <a:srgbClr val="332C2C"/>
                </a:solidFill>
                <a:latin typeface="Verdana"/>
                <a:cs typeface="Verdana"/>
              </a:rPr>
              <a:t>.</a:t>
            </a:r>
            <a:r>
              <a:rPr sz="1373" spc="-122" dirty="0">
                <a:solidFill>
                  <a:srgbClr val="332C2C"/>
                </a:solidFill>
                <a:latin typeface="Verdana"/>
                <a:cs typeface="Verdana"/>
              </a:rPr>
              <a:t> </a:t>
            </a:r>
            <a:r>
              <a:rPr sz="1373" spc="-2" dirty="0">
                <a:solidFill>
                  <a:srgbClr val="332C2C"/>
                </a:solidFill>
                <a:latin typeface="Verdana"/>
                <a:cs typeface="Verdana"/>
              </a:rPr>
              <a:t>C</a:t>
            </a:r>
            <a:r>
              <a:rPr sz="1373" spc="25" dirty="0">
                <a:solidFill>
                  <a:srgbClr val="332C2C"/>
                </a:solidFill>
                <a:latin typeface="Verdana"/>
                <a:cs typeface="Verdana"/>
              </a:rPr>
              <a:t>o</a:t>
            </a:r>
            <a:r>
              <a:rPr sz="1373" spc="60" dirty="0">
                <a:solidFill>
                  <a:srgbClr val="332C2C"/>
                </a:solidFill>
                <a:latin typeface="Verdana"/>
                <a:cs typeface="Verdana"/>
              </a:rPr>
              <a:t>n</a:t>
            </a:r>
            <a:r>
              <a:rPr sz="1373" spc="-125" dirty="0">
                <a:solidFill>
                  <a:srgbClr val="332C2C"/>
                </a:solidFill>
                <a:latin typeface="Verdana"/>
                <a:cs typeface="Verdana"/>
              </a:rPr>
              <a:t> </a:t>
            </a:r>
            <a:r>
              <a:rPr sz="1373" spc="52" dirty="0">
                <a:solidFill>
                  <a:srgbClr val="332C2C"/>
                </a:solidFill>
                <a:latin typeface="Verdana"/>
                <a:cs typeface="Verdana"/>
              </a:rPr>
              <a:t>u</a:t>
            </a:r>
            <a:r>
              <a:rPr sz="1373" spc="57" dirty="0">
                <a:solidFill>
                  <a:srgbClr val="332C2C"/>
                </a:solidFill>
                <a:latin typeface="Verdana"/>
                <a:cs typeface="Verdana"/>
              </a:rPr>
              <a:t>n</a:t>
            </a:r>
            <a:r>
              <a:rPr sz="1373" spc="-10" dirty="0">
                <a:solidFill>
                  <a:srgbClr val="332C2C"/>
                </a:solidFill>
                <a:latin typeface="Verdana"/>
                <a:cs typeface="Verdana"/>
              </a:rPr>
              <a:t>a  </a:t>
            </a:r>
            <a:r>
              <a:rPr sz="1373" spc="17" dirty="0">
                <a:latin typeface="Verdana"/>
                <a:cs typeface="Verdana"/>
              </a:rPr>
              <a:t>instrucción </a:t>
            </a:r>
            <a:r>
              <a:rPr sz="1373" spc="-52" dirty="0">
                <a:latin typeface="Verdana"/>
                <a:cs typeface="Verdana"/>
              </a:rPr>
              <a:t>clara, </a:t>
            </a:r>
            <a:r>
              <a:rPr sz="1373" spc="5" dirty="0">
                <a:latin typeface="Verdana"/>
                <a:cs typeface="Verdana"/>
              </a:rPr>
              <a:t>contexto </a:t>
            </a:r>
            <a:r>
              <a:rPr sz="1373" spc="-32" dirty="0">
                <a:latin typeface="Verdana"/>
                <a:cs typeface="Verdana"/>
              </a:rPr>
              <a:t>relevante, </a:t>
            </a:r>
            <a:r>
              <a:rPr sz="1373" spc="-30" dirty="0">
                <a:latin typeface="Verdana"/>
                <a:cs typeface="Verdana"/>
              </a:rPr>
              <a:t> </a:t>
            </a:r>
            <a:r>
              <a:rPr sz="1373" spc="57" dirty="0">
                <a:latin typeface="Verdana"/>
                <a:cs typeface="Verdana"/>
              </a:rPr>
              <a:t>n</a:t>
            </a:r>
            <a:r>
              <a:rPr sz="1373" spc="10" dirty="0">
                <a:latin typeface="Verdana"/>
                <a:cs typeface="Verdana"/>
              </a:rPr>
              <a:t>e</a:t>
            </a:r>
            <a:r>
              <a:rPr sz="1373" spc="52" dirty="0">
                <a:latin typeface="Verdana"/>
                <a:cs typeface="Verdana"/>
              </a:rPr>
              <a:t>u</a:t>
            </a:r>
            <a:r>
              <a:rPr sz="1373" spc="15" dirty="0">
                <a:latin typeface="Verdana"/>
                <a:cs typeface="Verdana"/>
              </a:rPr>
              <a:t>t</a:t>
            </a:r>
            <a:r>
              <a:rPr sz="1373" spc="-100" dirty="0">
                <a:latin typeface="Verdana"/>
                <a:cs typeface="Verdana"/>
              </a:rPr>
              <a:t>r</a:t>
            </a:r>
            <a:r>
              <a:rPr sz="1373" spc="-17" dirty="0">
                <a:latin typeface="Verdana"/>
                <a:cs typeface="Verdana"/>
              </a:rPr>
              <a:t>a</a:t>
            </a:r>
            <a:r>
              <a:rPr sz="1373" spc="-10" dirty="0">
                <a:latin typeface="Verdana"/>
                <a:cs typeface="Verdana"/>
              </a:rPr>
              <a:t>li</a:t>
            </a:r>
            <a:r>
              <a:rPr sz="1373" spc="72" dirty="0">
                <a:latin typeface="Verdana"/>
                <a:cs typeface="Verdana"/>
              </a:rPr>
              <a:t>d</a:t>
            </a:r>
            <a:r>
              <a:rPr sz="1373" spc="-17" dirty="0">
                <a:latin typeface="Verdana"/>
                <a:cs typeface="Verdana"/>
              </a:rPr>
              <a:t>a</a:t>
            </a:r>
            <a:r>
              <a:rPr sz="1373" spc="75" dirty="0">
                <a:latin typeface="Verdana"/>
                <a:cs typeface="Verdana"/>
              </a:rPr>
              <a:t>d</a:t>
            </a:r>
            <a:r>
              <a:rPr sz="1373" spc="-125" dirty="0">
                <a:latin typeface="Verdana"/>
                <a:cs typeface="Verdana"/>
              </a:rPr>
              <a:t> </a:t>
            </a:r>
            <a:r>
              <a:rPr sz="1373" spc="-67" dirty="0">
                <a:latin typeface="Verdana"/>
                <a:cs typeface="Verdana"/>
              </a:rPr>
              <a:t>y</a:t>
            </a:r>
            <a:r>
              <a:rPr sz="1373" spc="-125" dirty="0">
                <a:latin typeface="Verdana"/>
                <a:cs typeface="Verdana"/>
              </a:rPr>
              <a:t> </a:t>
            </a:r>
            <a:r>
              <a:rPr sz="1373" spc="-55" dirty="0">
                <a:latin typeface="Verdana"/>
                <a:cs typeface="Verdana"/>
              </a:rPr>
              <a:t>r</a:t>
            </a:r>
            <a:r>
              <a:rPr sz="1373" spc="-2" dirty="0">
                <a:latin typeface="Verdana"/>
                <a:cs typeface="Verdana"/>
              </a:rPr>
              <a:t>e</a:t>
            </a:r>
            <a:r>
              <a:rPr sz="1373" spc="-70" dirty="0">
                <a:latin typeface="Verdana"/>
                <a:cs typeface="Verdana"/>
              </a:rPr>
              <a:t>v</a:t>
            </a:r>
            <a:r>
              <a:rPr sz="1373" spc="-10" dirty="0">
                <a:latin typeface="Verdana"/>
                <a:cs typeface="Verdana"/>
              </a:rPr>
              <a:t>i</a:t>
            </a:r>
            <a:r>
              <a:rPr sz="1373" spc="-47" dirty="0">
                <a:latin typeface="Verdana"/>
                <a:cs typeface="Verdana"/>
              </a:rPr>
              <a:t>s</a:t>
            </a:r>
            <a:r>
              <a:rPr sz="1373" spc="-10" dirty="0">
                <a:latin typeface="Verdana"/>
                <a:cs typeface="Verdana"/>
              </a:rPr>
              <a:t>i</a:t>
            </a:r>
            <a:r>
              <a:rPr sz="1373" spc="25" dirty="0">
                <a:latin typeface="Verdana"/>
                <a:cs typeface="Verdana"/>
              </a:rPr>
              <a:t>ó</a:t>
            </a:r>
            <a:r>
              <a:rPr sz="1373" spc="60" dirty="0">
                <a:latin typeface="Verdana"/>
                <a:cs typeface="Verdana"/>
              </a:rPr>
              <a:t>n</a:t>
            </a:r>
            <a:r>
              <a:rPr sz="1373" spc="-125" dirty="0">
                <a:latin typeface="Verdana"/>
                <a:cs typeface="Verdana"/>
              </a:rPr>
              <a:t> </a:t>
            </a:r>
            <a:r>
              <a:rPr sz="1373" spc="55" dirty="0">
                <a:latin typeface="Verdana"/>
                <a:cs typeface="Verdana"/>
              </a:rPr>
              <a:t>c</a:t>
            </a:r>
            <a:r>
              <a:rPr sz="1373" spc="52" dirty="0">
                <a:latin typeface="Verdana"/>
                <a:cs typeface="Verdana"/>
              </a:rPr>
              <a:t>u</a:t>
            </a:r>
            <a:r>
              <a:rPr sz="1373" spc="-10" dirty="0">
                <a:latin typeface="Verdana"/>
                <a:cs typeface="Verdana"/>
              </a:rPr>
              <a:t>i</a:t>
            </a:r>
            <a:r>
              <a:rPr sz="1373" spc="72" dirty="0">
                <a:latin typeface="Verdana"/>
                <a:cs typeface="Verdana"/>
              </a:rPr>
              <a:t>d</a:t>
            </a:r>
            <a:r>
              <a:rPr sz="1373" spc="-17" dirty="0">
                <a:latin typeface="Verdana"/>
                <a:cs typeface="Verdana"/>
              </a:rPr>
              <a:t>a</a:t>
            </a:r>
            <a:r>
              <a:rPr sz="1373" spc="72" dirty="0">
                <a:latin typeface="Verdana"/>
                <a:cs typeface="Verdana"/>
              </a:rPr>
              <a:t>d</a:t>
            </a:r>
            <a:r>
              <a:rPr sz="1373" spc="25" dirty="0">
                <a:latin typeface="Verdana"/>
                <a:cs typeface="Verdana"/>
              </a:rPr>
              <a:t>o</a:t>
            </a:r>
            <a:r>
              <a:rPr sz="1373" spc="-47" dirty="0">
                <a:latin typeface="Verdana"/>
                <a:cs typeface="Verdana"/>
              </a:rPr>
              <a:t>s</a:t>
            </a:r>
            <a:r>
              <a:rPr sz="1373" spc="-15" dirty="0">
                <a:latin typeface="Verdana"/>
                <a:cs typeface="Verdana"/>
              </a:rPr>
              <a:t>a</a:t>
            </a:r>
            <a:r>
              <a:rPr sz="1373" spc="-210" dirty="0">
                <a:solidFill>
                  <a:srgbClr val="332C2C"/>
                </a:solidFill>
                <a:latin typeface="Verdana"/>
                <a:cs typeface="Verdana"/>
              </a:rPr>
              <a:t>,</a:t>
            </a:r>
            <a:r>
              <a:rPr sz="1373" spc="-125" dirty="0">
                <a:solidFill>
                  <a:srgbClr val="332C2C"/>
                </a:solidFill>
                <a:latin typeface="Verdana"/>
                <a:cs typeface="Verdana"/>
              </a:rPr>
              <a:t> </a:t>
            </a:r>
            <a:r>
              <a:rPr sz="1373" spc="-47" dirty="0">
                <a:solidFill>
                  <a:srgbClr val="332C2C"/>
                </a:solidFill>
                <a:latin typeface="Verdana"/>
                <a:cs typeface="Verdana"/>
              </a:rPr>
              <a:t>s</a:t>
            </a:r>
            <a:r>
              <a:rPr sz="1373" spc="12" dirty="0">
                <a:solidFill>
                  <a:srgbClr val="332C2C"/>
                </a:solidFill>
                <a:latin typeface="Verdana"/>
                <a:cs typeface="Verdana"/>
              </a:rPr>
              <a:t>e</a:t>
            </a:r>
            <a:r>
              <a:rPr sz="1373" spc="-125" dirty="0">
                <a:solidFill>
                  <a:srgbClr val="332C2C"/>
                </a:solidFill>
                <a:latin typeface="Verdana"/>
                <a:cs typeface="Verdana"/>
              </a:rPr>
              <a:t> </a:t>
            </a:r>
            <a:r>
              <a:rPr sz="1373" spc="72" dirty="0">
                <a:solidFill>
                  <a:srgbClr val="332C2C"/>
                </a:solidFill>
                <a:latin typeface="Verdana"/>
                <a:cs typeface="Verdana"/>
              </a:rPr>
              <a:t>p</a:t>
            </a:r>
            <a:r>
              <a:rPr sz="1373" spc="52" dirty="0">
                <a:solidFill>
                  <a:srgbClr val="332C2C"/>
                </a:solidFill>
                <a:latin typeface="Verdana"/>
                <a:cs typeface="Verdana"/>
              </a:rPr>
              <a:t>u</a:t>
            </a:r>
            <a:r>
              <a:rPr sz="1373" spc="10" dirty="0">
                <a:solidFill>
                  <a:srgbClr val="332C2C"/>
                </a:solidFill>
                <a:latin typeface="Verdana"/>
                <a:cs typeface="Verdana"/>
              </a:rPr>
              <a:t>e</a:t>
            </a:r>
            <a:r>
              <a:rPr sz="1373" spc="72" dirty="0">
                <a:solidFill>
                  <a:srgbClr val="332C2C"/>
                </a:solidFill>
                <a:latin typeface="Verdana"/>
                <a:cs typeface="Verdana"/>
              </a:rPr>
              <a:t>d</a:t>
            </a:r>
            <a:r>
              <a:rPr sz="1373" spc="7" dirty="0">
                <a:solidFill>
                  <a:srgbClr val="332C2C"/>
                </a:solidFill>
                <a:latin typeface="Verdana"/>
                <a:cs typeface="Verdana"/>
              </a:rPr>
              <a:t>e  </a:t>
            </a:r>
            <a:r>
              <a:rPr sz="1373" spc="-17" dirty="0">
                <a:solidFill>
                  <a:srgbClr val="332C2C"/>
                </a:solidFill>
                <a:latin typeface="Verdana"/>
                <a:cs typeface="Verdana"/>
              </a:rPr>
              <a:t>a</a:t>
            </a:r>
            <a:r>
              <a:rPr sz="1373" spc="72" dirty="0">
                <a:solidFill>
                  <a:srgbClr val="332C2C"/>
                </a:solidFill>
                <a:latin typeface="Verdana"/>
                <a:cs typeface="Verdana"/>
              </a:rPr>
              <a:t>p</a:t>
            </a:r>
            <a:r>
              <a:rPr sz="1373" spc="-55" dirty="0">
                <a:solidFill>
                  <a:srgbClr val="332C2C"/>
                </a:solidFill>
                <a:latin typeface="Verdana"/>
                <a:cs typeface="Verdana"/>
              </a:rPr>
              <a:t>r</a:t>
            </a:r>
            <a:r>
              <a:rPr sz="1373" spc="5" dirty="0">
                <a:solidFill>
                  <a:srgbClr val="332C2C"/>
                </a:solidFill>
                <a:latin typeface="Verdana"/>
                <a:cs typeface="Verdana"/>
              </a:rPr>
              <a:t>o</a:t>
            </a:r>
            <a:r>
              <a:rPr sz="1373" spc="-90" dirty="0">
                <a:solidFill>
                  <a:srgbClr val="332C2C"/>
                </a:solidFill>
                <a:latin typeface="Verdana"/>
                <a:cs typeface="Verdana"/>
              </a:rPr>
              <a:t>v</a:t>
            </a:r>
            <a:r>
              <a:rPr sz="1373" spc="10" dirty="0">
                <a:solidFill>
                  <a:srgbClr val="332C2C"/>
                </a:solidFill>
                <a:latin typeface="Verdana"/>
                <a:cs typeface="Verdana"/>
              </a:rPr>
              <a:t>e</a:t>
            </a:r>
            <a:r>
              <a:rPr sz="1373" spc="45" dirty="0">
                <a:solidFill>
                  <a:srgbClr val="332C2C"/>
                </a:solidFill>
                <a:latin typeface="Verdana"/>
                <a:cs typeface="Verdana"/>
              </a:rPr>
              <a:t>c</a:t>
            </a:r>
            <a:r>
              <a:rPr sz="1373" spc="57" dirty="0">
                <a:solidFill>
                  <a:srgbClr val="332C2C"/>
                </a:solidFill>
                <a:latin typeface="Verdana"/>
                <a:cs typeface="Verdana"/>
              </a:rPr>
              <a:t>h</a:t>
            </a:r>
            <a:r>
              <a:rPr sz="1373" spc="-17" dirty="0">
                <a:solidFill>
                  <a:srgbClr val="332C2C"/>
                </a:solidFill>
                <a:latin typeface="Verdana"/>
                <a:cs typeface="Verdana"/>
              </a:rPr>
              <a:t>a</a:t>
            </a:r>
            <a:r>
              <a:rPr sz="1373" spc="-35" dirty="0">
                <a:solidFill>
                  <a:srgbClr val="332C2C"/>
                </a:solidFill>
                <a:latin typeface="Verdana"/>
                <a:cs typeface="Verdana"/>
              </a:rPr>
              <a:t>r</a:t>
            </a:r>
            <a:r>
              <a:rPr sz="1373" spc="-125" dirty="0">
                <a:solidFill>
                  <a:srgbClr val="332C2C"/>
                </a:solidFill>
                <a:latin typeface="Verdana"/>
                <a:cs typeface="Verdana"/>
              </a:rPr>
              <a:t> </a:t>
            </a:r>
            <a:r>
              <a:rPr sz="1373" spc="-17" dirty="0">
                <a:solidFill>
                  <a:srgbClr val="332C2C"/>
                </a:solidFill>
                <a:latin typeface="Verdana"/>
                <a:cs typeface="Verdana"/>
              </a:rPr>
              <a:t>a</a:t>
            </a:r>
            <a:r>
              <a:rPr sz="1373" spc="-7" dirty="0">
                <a:solidFill>
                  <a:srgbClr val="332C2C"/>
                </a:solidFill>
                <a:latin typeface="Verdana"/>
                <a:cs typeface="Verdana"/>
              </a:rPr>
              <a:t>l</a:t>
            </a:r>
            <a:r>
              <a:rPr sz="1373" spc="-125" dirty="0">
                <a:solidFill>
                  <a:srgbClr val="332C2C"/>
                </a:solidFill>
                <a:latin typeface="Verdana"/>
                <a:cs typeface="Verdana"/>
              </a:rPr>
              <a:t> </a:t>
            </a:r>
            <a:r>
              <a:rPr sz="1373" spc="120" dirty="0">
                <a:solidFill>
                  <a:srgbClr val="332C2C"/>
                </a:solidFill>
                <a:latin typeface="Verdana"/>
                <a:cs typeface="Verdana"/>
              </a:rPr>
              <a:t>m</a:t>
            </a:r>
            <a:r>
              <a:rPr sz="1373" spc="-17" dirty="0">
                <a:solidFill>
                  <a:srgbClr val="332C2C"/>
                </a:solidFill>
                <a:latin typeface="Verdana"/>
                <a:cs typeface="Verdana"/>
              </a:rPr>
              <a:t>á</a:t>
            </a:r>
            <a:r>
              <a:rPr sz="1373" spc="-82" dirty="0">
                <a:solidFill>
                  <a:srgbClr val="332C2C"/>
                </a:solidFill>
                <a:latin typeface="Verdana"/>
                <a:cs typeface="Verdana"/>
              </a:rPr>
              <a:t>x</a:t>
            </a:r>
            <a:r>
              <a:rPr sz="1373" spc="-10" dirty="0">
                <a:solidFill>
                  <a:srgbClr val="332C2C"/>
                </a:solidFill>
                <a:latin typeface="Verdana"/>
                <a:cs typeface="Verdana"/>
              </a:rPr>
              <a:t>i</a:t>
            </a:r>
            <a:r>
              <a:rPr sz="1373" spc="120" dirty="0">
                <a:solidFill>
                  <a:srgbClr val="332C2C"/>
                </a:solidFill>
                <a:latin typeface="Verdana"/>
                <a:cs typeface="Verdana"/>
              </a:rPr>
              <a:t>m</a:t>
            </a:r>
            <a:r>
              <a:rPr sz="1373" spc="27" dirty="0">
                <a:solidFill>
                  <a:srgbClr val="332C2C"/>
                </a:solidFill>
                <a:latin typeface="Verdana"/>
                <a:cs typeface="Verdana"/>
              </a:rPr>
              <a:t>o</a:t>
            </a:r>
            <a:r>
              <a:rPr sz="1373" spc="-125" dirty="0">
                <a:solidFill>
                  <a:srgbClr val="332C2C"/>
                </a:solidFill>
                <a:latin typeface="Verdana"/>
                <a:cs typeface="Verdana"/>
              </a:rPr>
              <a:t> </a:t>
            </a:r>
            <a:r>
              <a:rPr sz="1373" spc="10" dirty="0">
                <a:solidFill>
                  <a:srgbClr val="332C2C"/>
                </a:solidFill>
                <a:latin typeface="Verdana"/>
                <a:cs typeface="Verdana"/>
              </a:rPr>
              <a:t>e</a:t>
            </a:r>
            <a:r>
              <a:rPr sz="1373" spc="-47" dirty="0">
                <a:solidFill>
                  <a:srgbClr val="332C2C"/>
                </a:solidFill>
                <a:latin typeface="Verdana"/>
                <a:cs typeface="Verdana"/>
              </a:rPr>
              <a:t>s</a:t>
            </a:r>
            <a:r>
              <a:rPr sz="1373" spc="15" dirty="0">
                <a:solidFill>
                  <a:srgbClr val="332C2C"/>
                </a:solidFill>
                <a:latin typeface="Verdana"/>
                <a:cs typeface="Verdana"/>
              </a:rPr>
              <a:t>t</a:t>
            </a:r>
            <a:r>
              <a:rPr sz="1373" spc="-15" dirty="0">
                <a:solidFill>
                  <a:srgbClr val="332C2C"/>
                </a:solidFill>
                <a:latin typeface="Verdana"/>
                <a:cs typeface="Verdana"/>
              </a:rPr>
              <a:t>a</a:t>
            </a:r>
            <a:r>
              <a:rPr sz="1373" spc="-125" dirty="0">
                <a:solidFill>
                  <a:srgbClr val="332C2C"/>
                </a:solidFill>
                <a:latin typeface="Verdana"/>
                <a:cs typeface="Verdana"/>
              </a:rPr>
              <a:t> </a:t>
            </a:r>
            <a:r>
              <a:rPr sz="1373" spc="57" dirty="0">
                <a:solidFill>
                  <a:srgbClr val="332C2C"/>
                </a:solidFill>
                <a:latin typeface="Verdana"/>
                <a:cs typeface="Verdana"/>
              </a:rPr>
              <a:t>h</a:t>
            </a:r>
            <a:r>
              <a:rPr sz="1373" spc="10" dirty="0">
                <a:solidFill>
                  <a:srgbClr val="332C2C"/>
                </a:solidFill>
                <a:latin typeface="Verdana"/>
                <a:cs typeface="Verdana"/>
              </a:rPr>
              <a:t>e</a:t>
            </a:r>
            <a:r>
              <a:rPr sz="1373" spc="-47" dirty="0">
                <a:solidFill>
                  <a:srgbClr val="332C2C"/>
                </a:solidFill>
                <a:latin typeface="Verdana"/>
                <a:cs typeface="Verdana"/>
              </a:rPr>
              <a:t>r</a:t>
            </a:r>
            <a:r>
              <a:rPr sz="1373" spc="-100" dirty="0">
                <a:solidFill>
                  <a:srgbClr val="332C2C"/>
                </a:solidFill>
                <a:latin typeface="Verdana"/>
                <a:cs typeface="Verdana"/>
              </a:rPr>
              <a:t>r</a:t>
            </a:r>
            <a:r>
              <a:rPr sz="1373" spc="-17" dirty="0">
                <a:solidFill>
                  <a:srgbClr val="332C2C"/>
                </a:solidFill>
                <a:latin typeface="Verdana"/>
                <a:cs typeface="Verdana"/>
              </a:rPr>
              <a:t>a</a:t>
            </a:r>
            <a:r>
              <a:rPr sz="1373" spc="120" dirty="0">
                <a:solidFill>
                  <a:srgbClr val="332C2C"/>
                </a:solidFill>
                <a:latin typeface="Verdana"/>
                <a:cs typeface="Verdana"/>
              </a:rPr>
              <a:t>m</a:t>
            </a:r>
            <a:r>
              <a:rPr sz="1373" spc="-10" dirty="0">
                <a:solidFill>
                  <a:srgbClr val="332C2C"/>
                </a:solidFill>
                <a:latin typeface="Verdana"/>
                <a:cs typeface="Verdana"/>
              </a:rPr>
              <a:t>i</a:t>
            </a:r>
            <a:r>
              <a:rPr sz="1373" spc="10" dirty="0">
                <a:solidFill>
                  <a:srgbClr val="332C2C"/>
                </a:solidFill>
                <a:latin typeface="Verdana"/>
                <a:cs typeface="Verdana"/>
              </a:rPr>
              <a:t>e</a:t>
            </a:r>
            <a:r>
              <a:rPr sz="1373" spc="57" dirty="0">
                <a:solidFill>
                  <a:srgbClr val="332C2C"/>
                </a:solidFill>
                <a:latin typeface="Verdana"/>
                <a:cs typeface="Verdana"/>
              </a:rPr>
              <a:t>n</a:t>
            </a:r>
            <a:r>
              <a:rPr sz="1373" spc="15" dirty="0">
                <a:solidFill>
                  <a:srgbClr val="332C2C"/>
                </a:solidFill>
                <a:latin typeface="Verdana"/>
                <a:cs typeface="Verdana"/>
              </a:rPr>
              <a:t>t</a:t>
            </a:r>
            <a:r>
              <a:rPr sz="1373" spc="-17" dirty="0">
                <a:solidFill>
                  <a:srgbClr val="332C2C"/>
                </a:solidFill>
                <a:latin typeface="Verdana"/>
                <a:cs typeface="Verdana"/>
              </a:rPr>
              <a:t>a</a:t>
            </a:r>
            <a:r>
              <a:rPr sz="1373" spc="-210" dirty="0">
                <a:solidFill>
                  <a:srgbClr val="332C2C"/>
                </a:solidFill>
                <a:latin typeface="Verdana"/>
                <a:cs typeface="Verdana"/>
              </a:rPr>
              <a:t>.</a:t>
            </a:r>
            <a:endParaRPr sz="1373" dirty="0">
              <a:latin typeface="Verdana"/>
              <a:cs typeface="Verdana"/>
            </a:endParaRPr>
          </a:p>
          <a:p>
            <a:pPr marL="6342" marR="493437">
              <a:lnSpc>
                <a:spcPct val="101499"/>
              </a:lnSpc>
              <a:spcBef>
                <a:spcPts val="12"/>
              </a:spcBef>
            </a:pPr>
            <a:r>
              <a:rPr sz="1373" spc="20" dirty="0">
                <a:solidFill>
                  <a:srgbClr val="332C2C"/>
                </a:solidFill>
                <a:latin typeface="Verdana"/>
                <a:cs typeface="Verdana"/>
              </a:rPr>
              <a:t>Siguiendo</a:t>
            </a:r>
            <a:r>
              <a:rPr sz="1373" spc="-125" dirty="0">
                <a:solidFill>
                  <a:srgbClr val="332C2C"/>
                </a:solidFill>
                <a:latin typeface="Verdana"/>
                <a:cs typeface="Verdana"/>
              </a:rPr>
              <a:t> </a:t>
            </a:r>
            <a:r>
              <a:rPr sz="1373" spc="-17" dirty="0">
                <a:solidFill>
                  <a:srgbClr val="332C2C"/>
                </a:solidFill>
                <a:latin typeface="Verdana"/>
                <a:cs typeface="Verdana"/>
              </a:rPr>
              <a:t>estas</a:t>
            </a:r>
            <a:r>
              <a:rPr sz="1373" spc="-125" dirty="0">
                <a:solidFill>
                  <a:srgbClr val="332C2C"/>
                </a:solidFill>
                <a:latin typeface="Verdana"/>
                <a:cs typeface="Verdana"/>
              </a:rPr>
              <a:t> </a:t>
            </a:r>
            <a:r>
              <a:rPr sz="1373" spc="-22" dirty="0">
                <a:solidFill>
                  <a:srgbClr val="332C2C"/>
                </a:solidFill>
                <a:latin typeface="Verdana"/>
                <a:cs typeface="Verdana"/>
              </a:rPr>
              <a:t>pautas,</a:t>
            </a:r>
            <a:r>
              <a:rPr sz="1373" spc="-125" dirty="0">
                <a:solidFill>
                  <a:srgbClr val="332C2C"/>
                </a:solidFill>
                <a:latin typeface="Verdana"/>
                <a:cs typeface="Verdana"/>
              </a:rPr>
              <a:t> </a:t>
            </a:r>
            <a:r>
              <a:rPr sz="1373" dirty="0">
                <a:solidFill>
                  <a:srgbClr val="332C2C"/>
                </a:solidFill>
                <a:latin typeface="Verdana"/>
                <a:cs typeface="Verdana"/>
              </a:rPr>
              <a:t>el</a:t>
            </a:r>
            <a:r>
              <a:rPr sz="1373" spc="-125" dirty="0">
                <a:solidFill>
                  <a:srgbClr val="332C2C"/>
                </a:solidFill>
                <a:latin typeface="Verdana"/>
                <a:cs typeface="Verdana"/>
              </a:rPr>
              <a:t> </a:t>
            </a:r>
            <a:r>
              <a:rPr sz="1373" spc="42" dirty="0">
                <a:solidFill>
                  <a:srgbClr val="332C2C"/>
                </a:solidFill>
                <a:latin typeface="Verdana"/>
                <a:cs typeface="Verdana"/>
              </a:rPr>
              <a:t>prompt</a:t>
            </a:r>
            <a:r>
              <a:rPr sz="1373" spc="-125" dirty="0">
                <a:solidFill>
                  <a:srgbClr val="332C2C"/>
                </a:solidFill>
                <a:latin typeface="Verdana"/>
                <a:cs typeface="Verdana"/>
              </a:rPr>
              <a:t> </a:t>
            </a:r>
            <a:r>
              <a:rPr sz="1373" spc="42" dirty="0">
                <a:solidFill>
                  <a:srgbClr val="332C2C"/>
                </a:solidFill>
                <a:latin typeface="Verdana"/>
                <a:cs typeface="Verdana"/>
              </a:rPr>
              <a:t>de </a:t>
            </a:r>
            <a:r>
              <a:rPr sz="1373" spc="-474" dirty="0">
                <a:solidFill>
                  <a:srgbClr val="332C2C"/>
                </a:solidFill>
                <a:latin typeface="Verdana"/>
                <a:cs typeface="Verdana"/>
              </a:rPr>
              <a:t> </a:t>
            </a:r>
            <a:r>
              <a:rPr sz="1373" spc="27" dirty="0">
                <a:solidFill>
                  <a:srgbClr val="332C2C"/>
                </a:solidFill>
                <a:latin typeface="Verdana"/>
                <a:cs typeface="Verdana"/>
              </a:rPr>
              <a:t>C</a:t>
            </a:r>
            <a:r>
              <a:rPr sz="1373" spc="57" dirty="0">
                <a:solidFill>
                  <a:srgbClr val="332C2C"/>
                </a:solidFill>
                <a:latin typeface="Verdana"/>
                <a:cs typeface="Verdana"/>
              </a:rPr>
              <a:t>h</a:t>
            </a:r>
            <a:r>
              <a:rPr sz="1373" spc="-17" dirty="0">
                <a:solidFill>
                  <a:srgbClr val="332C2C"/>
                </a:solidFill>
                <a:latin typeface="Verdana"/>
                <a:cs typeface="Verdana"/>
              </a:rPr>
              <a:t>a</a:t>
            </a:r>
            <a:r>
              <a:rPr sz="1373" spc="15" dirty="0">
                <a:solidFill>
                  <a:srgbClr val="332C2C"/>
                </a:solidFill>
                <a:latin typeface="Verdana"/>
                <a:cs typeface="Verdana"/>
              </a:rPr>
              <a:t>t</a:t>
            </a:r>
            <a:r>
              <a:rPr sz="1373" spc="-5" dirty="0">
                <a:solidFill>
                  <a:srgbClr val="332C2C"/>
                </a:solidFill>
                <a:latin typeface="Verdana"/>
                <a:cs typeface="Verdana"/>
              </a:rPr>
              <a:t>G</a:t>
            </a:r>
            <a:r>
              <a:rPr sz="1373" spc="112" dirty="0">
                <a:solidFill>
                  <a:srgbClr val="332C2C"/>
                </a:solidFill>
                <a:latin typeface="Verdana"/>
                <a:cs typeface="Verdana"/>
              </a:rPr>
              <a:t>P</a:t>
            </a:r>
            <a:r>
              <a:rPr sz="1373" spc="-57" dirty="0">
                <a:solidFill>
                  <a:srgbClr val="332C2C"/>
                </a:solidFill>
                <a:latin typeface="Verdana"/>
                <a:cs typeface="Verdana"/>
              </a:rPr>
              <a:t>T</a:t>
            </a:r>
            <a:r>
              <a:rPr sz="1373" spc="-125" dirty="0">
                <a:solidFill>
                  <a:srgbClr val="332C2C"/>
                </a:solidFill>
                <a:latin typeface="Verdana"/>
                <a:cs typeface="Verdana"/>
              </a:rPr>
              <a:t> </a:t>
            </a:r>
            <a:r>
              <a:rPr sz="1373" spc="72" dirty="0">
                <a:solidFill>
                  <a:srgbClr val="332C2C"/>
                </a:solidFill>
                <a:latin typeface="Verdana"/>
                <a:cs typeface="Verdana"/>
              </a:rPr>
              <a:t>p</a:t>
            </a:r>
            <a:r>
              <a:rPr sz="1373" spc="52" dirty="0">
                <a:solidFill>
                  <a:srgbClr val="332C2C"/>
                </a:solidFill>
                <a:latin typeface="Verdana"/>
                <a:cs typeface="Verdana"/>
              </a:rPr>
              <a:t>u</a:t>
            </a:r>
            <a:r>
              <a:rPr sz="1373" spc="10" dirty="0">
                <a:solidFill>
                  <a:srgbClr val="332C2C"/>
                </a:solidFill>
                <a:latin typeface="Verdana"/>
                <a:cs typeface="Verdana"/>
              </a:rPr>
              <a:t>e</a:t>
            </a:r>
            <a:r>
              <a:rPr sz="1373" spc="72" dirty="0">
                <a:solidFill>
                  <a:srgbClr val="332C2C"/>
                </a:solidFill>
                <a:latin typeface="Verdana"/>
                <a:cs typeface="Verdana"/>
              </a:rPr>
              <a:t>d</a:t>
            </a:r>
            <a:r>
              <a:rPr sz="1373" spc="12" dirty="0">
                <a:solidFill>
                  <a:srgbClr val="332C2C"/>
                </a:solidFill>
                <a:latin typeface="Verdana"/>
                <a:cs typeface="Verdana"/>
              </a:rPr>
              <a:t>e</a:t>
            </a:r>
            <a:r>
              <a:rPr sz="1373" spc="-125" dirty="0">
                <a:solidFill>
                  <a:srgbClr val="332C2C"/>
                </a:solidFill>
                <a:latin typeface="Verdana"/>
                <a:cs typeface="Verdana"/>
              </a:rPr>
              <a:t> </a:t>
            </a:r>
            <a:r>
              <a:rPr sz="1373" spc="-47" dirty="0">
                <a:solidFill>
                  <a:srgbClr val="332C2C"/>
                </a:solidFill>
                <a:latin typeface="Verdana"/>
                <a:cs typeface="Verdana"/>
              </a:rPr>
              <a:t>s</a:t>
            </a:r>
            <a:r>
              <a:rPr sz="1373" spc="10" dirty="0">
                <a:solidFill>
                  <a:srgbClr val="332C2C"/>
                </a:solidFill>
                <a:latin typeface="Verdana"/>
                <a:cs typeface="Verdana"/>
              </a:rPr>
              <a:t>e</a:t>
            </a:r>
            <a:r>
              <a:rPr sz="1373" spc="-35" dirty="0">
                <a:solidFill>
                  <a:srgbClr val="332C2C"/>
                </a:solidFill>
                <a:latin typeface="Verdana"/>
                <a:cs typeface="Verdana"/>
              </a:rPr>
              <a:t>r</a:t>
            </a:r>
            <a:r>
              <a:rPr sz="1373" spc="-125" dirty="0">
                <a:solidFill>
                  <a:srgbClr val="332C2C"/>
                </a:solidFill>
                <a:latin typeface="Verdana"/>
                <a:cs typeface="Verdana"/>
              </a:rPr>
              <a:t> </a:t>
            </a:r>
            <a:r>
              <a:rPr sz="1373" spc="52" dirty="0">
                <a:solidFill>
                  <a:srgbClr val="332C2C"/>
                </a:solidFill>
                <a:latin typeface="Verdana"/>
                <a:cs typeface="Verdana"/>
              </a:rPr>
              <a:t>u</a:t>
            </a:r>
            <a:r>
              <a:rPr sz="1373" spc="57" dirty="0">
                <a:solidFill>
                  <a:srgbClr val="332C2C"/>
                </a:solidFill>
                <a:latin typeface="Verdana"/>
                <a:cs typeface="Verdana"/>
              </a:rPr>
              <a:t>n</a:t>
            </a:r>
            <a:r>
              <a:rPr sz="1373" spc="-15" dirty="0">
                <a:solidFill>
                  <a:srgbClr val="332C2C"/>
                </a:solidFill>
                <a:latin typeface="Verdana"/>
                <a:cs typeface="Verdana"/>
              </a:rPr>
              <a:t>a</a:t>
            </a:r>
            <a:r>
              <a:rPr sz="1373" spc="-125" dirty="0">
                <a:solidFill>
                  <a:srgbClr val="332C2C"/>
                </a:solidFill>
                <a:latin typeface="Verdana"/>
                <a:cs typeface="Verdana"/>
              </a:rPr>
              <a:t> </a:t>
            </a:r>
            <a:r>
              <a:rPr sz="1373" spc="57" dirty="0">
                <a:solidFill>
                  <a:srgbClr val="332C2C"/>
                </a:solidFill>
                <a:latin typeface="Verdana"/>
                <a:cs typeface="Verdana"/>
              </a:rPr>
              <a:t>h</a:t>
            </a:r>
            <a:r>
              <a:rPr sz="1373" spc="10" dirty="0">
                <a:solidFill>
                  <a:srgbClr val="332C2C"/>
                </a:solidFill>
                <a:latin typeface="Verdana"/>
                <a:cs typeface="Verdana"/>
              </a:rPr>
              <a:t>e</a:t>
            </a:r>
            <a:r>
              <a:rPr sz="1373" spc="-47" dirty="0">
                <a:solidFill>
                  <a:srgbClr val="332C2C"/>
                </a:solidFill>
                <a:latin typeface="Verdana"/>
                <a:cs typeface="Verdana"/>
              </a:rPr>
              <a:t>r</a:t>
            </a:r>
            <a:r>
              <a:rPr sz="1373" spc="-100" dirty="0">
                <a:solidFill>
                  <a:srgbClr val="332C2C"/>
                </a:solidFill>
                <a:latin typeface="Verdana"/>
                <a:cs typeface="Verdana"/>
              </a:rPr>
              <a:t>r</a:t>
            </a:r>
            <a:r>
              <a:rPr sz="1373" spc="-17" dirty="0">
                <a:solidFill>
                  <a:srgbClr val="332C2C"/>
                </a:solidFill>
                <a:latin typeface="Verdana"/>
                <a:cs typeface="Verdana"/>
              </a:rPr>
              <a:t>a</a:t>
            </a:r>
            <a:r>
              <a:rPr sz="1373" spc="120" dirty="0">
                <a:solidFill>
                  <a:srgbClr val="332C2C"/>
                </a:solidFill>
                <a:latin typeface="Verdana"/>
                <a:cs typeface="Verdana"/>
              </a:rPr>
              <a:t>m</a:t>
            </a:r>
            <a:r>
              <a:rPr sz="1373" spc="-10" dirty="0">
                <a:solidFill>
                  <a:srgbClr val="332C2C"/>
                </a:solidFill>
                <a:latin typeface="Verdana"/>
                <a:cs typeface="Verdana"/>
              </a:rPr>
              <a:t>i</a:t>
            </a:r>
            <a:r>
              <a:rPr sz="1373" spc="10" dirty="0">
                <a:solidFill>
                  <a:srgbClr val="332C2C"/>
                </a:solidFill>
                <a:latin typeface="Verdana"/>
                <a:cs typeface="Verdana"/>
              </a:rPr>
              <a:t>e</a:t>
            </a:r>
            <a:r>
              <a:rPr sz="1373" spc="57" dirty="0">
                <a:solidFill>
                  <a:srgbClr val="332C2C"/>
                </a:solidFill>
                <a:latin typeface="Verdana"/>
                <a:cs typeface="Verdana"/>
              </a:rPr>
              <a:t>n</a:t>
            </a:r>
            <a:r>
              <a:rPr sz="1373" spc="15" dirty="0">
                <a:solidFill>
                  <a:srgbClr val="332C2C"/>
                </a:solidFill>
                <a:latin typeface="Verdana"/>
                <a:cs typeface="Verdana"/>
              </a:rPr>
              <a:t>t</a:t>
            </a:r>
            <a:r>
              <a:rPr sz="1373" spc="-10" dirty="0">
                <a:solidFill>
                  <a:srgbClr val="332C2C"/>
                </a:solidFill>
                <a:latin typeface="Verdana"/>
                <a:cs typeface="Verdana"/>
              </a:rPr>
              <a:t>a  </a:t>
            </a:r>
            <a:r>
              <a:rPr sz="1373" spc="72" dirty="0">
                <a:solidFill>
                  <a:srgbClr val="332C2C"/>
                </a:solidFill>
                <a:latin typeface="Verdana"/>
                <a:cs typeface="Verdana"/>
              </a:rPr>
              <a:t>p</a:t>
            </a:r>
            <a:r>
              <a:rPr sz="1373" spc="25" dirty="0">
                <a:solidFill>
                  <a:srgbClr val="332C2C"/>
                </a:solidFill>
                <a:latin typeface="Verdana"/>
                <a:cs typeface="Verdana"/>
              </a:rPr>
              <a:t>o</a:t>
            </a:r>
            <a:r>
              <a:rPr sz="1373" spc="72" dirty="0">
                <a:solidFill>
                  <a:srgbClr val="332C2C"/>
                </a:solidFill>
                <a:latin typeface="Verdana"/>
                <a:cs typeface="Verdana"/>
              </a:rPr>
              <a:t>d</a:t>
            </a:r>
            <a:r>
              <a:rPr sz="1373" spc="10" dirty="0">
                <a:solidFill>
                  <a:srgbClr val="332C2C"/>
                </a:solidFill>
                <a:latin typeface="Verdana"/>
                <a:cs typeface="Verdana"/>
              </a:rPr>
              <a:t>e</a:t>
            </a:r>
            <a:r>
              <a:rPr sz="1373" spc="-55" dirty="0">
                <a:solidFill>
                  <a:srgbClr val="332C2C"/>
                </a:solidFill>
                <a:latin typeface="Verdana"/>
                <a:cs typeface="Verdana"/>
              </a:rPr>
              <a:t>r</a:t>
            </a:r>
            <a:r>
              <a:rPr sz="1373" spc="25" dirty="0">
                <a:solidFill>
                  <a:srgbClr val="332C2C"/>
                </a:solidFill>
                <a:latin typeface="Verdana"/>
                <a:cs typeface="Verdana"/>
              </a:rPr>
              <a:t>o</a:t>
            </a:r>
            <a:r>
              <a:rPr sz="1373" spc="-47" dirty="0">
                <a:solidFill>
                  <a:srgbClr val="332C2C"/>
                </a:solidFill>
                <a:latin typeface="Verdana"/>
                <a:cs typeface="Verdana"/>
              </a:rPr>
              <a:t>s</a:t>
            </a:r>
            <a:r>
              <a:rPr sz="1373" spc="-15" dirty="0">
                <a:solidFill>
                  <a:srgbClr val="332C2C"/>
                </a:solidFill>
                <a:latin typeface="Verdana"/>
                <a:cs typeface="Verdana"/>
              </a:rPr>
              <a:t>a</a:t>
            </a:r>
            <a:r>
              <a:rPr sz="1373" spc="-125" dirty="0">
                <a:solidFill>
                  <a:srgbClr val="332C2C"/>
                </a:solidFill>
                <a:latin typeface="Verdana"/>
                <a:cs typeface="Verdana"/>
              </a:rPr>
              <a:t> </a:t>
            </a:r>
            <a:r>
              <a:rPr sz="1373" spc="-67" dirty="0">
                <a:solidFill>
                  <a:srgbClr val="332C2C"/>
                </a:solidFill>
                <a:latin typeface="Verdana"/>
                <a:cs typeface="Verdana"/>
              </a:rPr>
              <a:t>y</a:t>
            </a:r>
            <a:r>
              <a:rPr sz="1373" spc="-125" dirty="0">
                <a:solidFill>
                  <a:srgbClr val="332C2C"/>
                </a:solidFill>
                <a:latin typeface="Verdana"/>
                <a:cs typeface="Verdana"/>
              </a:rPr>
              <a:t> </a:t>
            </a:r>
            <a:r>
              <a:rPr sz="1373" spc="10" dirty="0">
                <a:solidFill>
                  <a:srgbClr val="332C2C"/>
                </a:solidFill>
                <a:latin typeface="Verdana"/>
                <a:cs typeface="Verdana"/>
              </a:rPr>
              <a:t>e</a:t>
            </a:r>
            <a:r>
              <a:rPr sz="1373" spc="-30" dirty="0">
                <a:solidFill>
                  <a:srgbClr val="332C2C"/>
                </a:solidFill>
                <a:latin typeface="Verdana"/>
                <a:cs typeface="Verdana"/>
              </a:rPr>
              <a:t>f</a:t>
            </a:r>
            <a:r>
              <a:rPr sz="1373" spc="10" dirty="0">
                <a:solidFill>
                  <a:srgbClr val="332C2C"/>
                </a:solidFill>
                <a:latin typeface="Verdana"/>
                <a:cs typeface="Verdana"/>
              </a:rPr>
              <a:t>e</a:t>
            </a:r>
            <a:r>
              <a:rPr sz="1373" spc="65" dirty="0">
                <a:solidFill>
                  <a:srgbClr val="332C2C"/>
                </a:solidFill>
                <a:latin typeface="Verdana"/>
                <a:cs typeface="Verdana"/>
              </a:rPr>
              <a:t>c</a:t>
            </a:r>
            <a:r>
              <a:rPr sz="1373" spc="15" dirty="0">
                <a:solidFill>
                  <a:srgbClr val="332C2C"/>
                </a:solidFill>
                <a:latin typeface="Verdana"/>
                <a:cs typeface="Verdana"/>
              </a:rPr>
              <a:t>t</a:t>
            </a:r>
            <a:r>
              <a:rPr sz="1373" spc="-10" dirty="0">
                <a:solidFill>
                  <a:srgbClr val="332C2C"/>
                </a:solidFill>
                <a:latin typeface="Verdana"/>
                <a:cs typeface="Verdana"/>
              </a:rPr>
              <a:t>i</a:t>
            </a:r>
            <a:r>
              <a:rPr sz="1373" spc="-90" dirty="0">
                <a:solidFill>
                  <a:srgbClr val="332C2C"/>
                </a:solidFill>
                <a:latin typeface="Verdana"/>
                <a:cs typeface="Verdana"/>
              </a:rPr>
              <a:t>v</a:t>
            </a:r>
            <a:r>
              <a:rPr sz="1373" spc="-15" dirty="0">
                <a:solidFill>
                  <a:srgbClr val="332C2C"/>
                </a:solidFill>
                <a:latin typeface="Verdana"/>
                <a:cs typeface="Verdana"/>
              </a:rPr>
              <a:t>a</a:t>
            </a:r>
            <a:r>
              <a:rPr sz="1373" spc="-125" dirty="0">
                <a:solidFill>
                  <a:srgbClr val="332C2C"/>
                </a:solidFill>
                <a:latin typeface="Verdana"/>
                <a:cs typeface="Verdana"/>
              </a:rPr>
              <a:t> </a:t>
            </a:r>
            <a:r>
              <a:rPr sz="1373" spc="10" dirty="0">
                <a:solidFill>
                  <a:srgbClr val="332C2C"/>
                </a:solidFill>
                <a:latin typeface="Verdana"/>
                <a:cs typeface="Verdana"/>
              </a:rPr>
              <a:t>e</a:t>
            </a:r>
            <a:r>
              <a:rPr sz="1373" spc="60" dirty="0">
                <a:solidFill>
                  <a:srgbClr val="332C2C"/>
                </a:solidFill>
                <a:latin typeface="Verdana"/>
                <a:cs typeface="Verdana"/>
              </a:rPr>
              <a:t>n</a:t>
            </a:r>
            <a:r>
              <a:rPr sz="1373" spc="-125" dirty="0">
                <a:solidFill>
                  <a:srgbClr val="332C2C"/>
                </a:solidFill>
                <a:latin typeface="Verdana"/>
                <a:cs typeface="Verdana"/>
              </a:rPr>
              <a:t> </a:t>
            </a:r>
            <a:r>
              <a:rPr sz="1373" spc="72" dirty="0">
                <a:solidFill>
                  <a:srgbClr val="332C2C"/>
                </a:solidFill>
                <a:latin typeface="Verdana"/>
                <a:cs typeface="Verdana"/>
              </a:rPr>
              <a:t>d</a:t>
            </a:r>
            <a:r>
              <a:rPr sz="1373" spc="-10" dirty="0">
                <a:solidFill>
                  <a:srgbClr val="332C2C"/>
                </a:solidFill>
                <a:latin typeface="Verdana"/>
                <a:cs typeface="Verdana"/>
              </a:rPr>
              <a:t>i</a:t>
            </a:r>
            <a:r>
              <a:rPr sz="1373" spc="-90" dirty="0">
                <a:solidFill>
                  <a:srgbClr val="332C2C"/>
                </a:solidFill>
                <a:latin typeface="Verdana"/>
                <a:cs typeface="Verdana"/>
              </a:rPr>
              <a:t>v</a:t>
            </a:r>
            <a:r>
              <a:rPr sz="1373" spc="10" dirty="0">
                <a:solidFill>
                  <a:srgbClr val="332C2C"/>
                </a:solidFill>
                <a:latin typeface="Verdana"/>
                <a:cs typeface="Verdana"/>
              </a:rPr>
              <a:t>e</a:t>
            </a:r>
            <a:r>
              <a:rPr sz="1373" spc="-40" dirty="0">
                <a:solidFill>
                  <a:srgbClr val="332C2C"/>
                </a:solidFill>
                <a:latin typeface="Verdana"/>
                <a:cs typeface="Verdana"/>
              </a:rPr>
              <a:t>r</a:t>
            </a:r>
            <a:r>
              <a:rPr sz="1373" spc="-47" dirty="0">
                <a:solidFill>
                  <a:srgbClr val="332C2C"/>
                </a:solidFill>
                <a:latin typeface="Verdana"/>
                <a:cs typeface="Verdana"/>
              </a:rPr>
              <a:t>s</a:t>
            </a:r>
            <a:r>
              <a:rPr sz="1373" spc="-17" dirty="0">
                <a:solidFill>
                  <a:srgbClr val="332C2C"/>
                </a:solidFill>
                <a:latin typeface="Verdana"/>
                <a:cs typeface="Verdana"/>
              </a:rPr>
              <a:t>a</a:t>
            </a:r>
            <a:r>
              <a:rPr sz="1373" spc="-35" dirty="0">
                <a:solidFill>
                  <a:srgbClr val="332C2C"/>
                </a:solidFill>
                <a:latin typeface="Verdana"/>
                <a:cs typeface="Verdana"/>
              </a:rPr>
              <a:t>s  </a:t>
            </a:r>
            <a:r>
              <a:rPr sz="1373" spc="-5" dirty="0">
                <a:solidFill>
                  <a:srgbClr val="332C2C"/>
                </a:solidFill>
                <a:latin typeface="Verdana"/>
                <a:cs typeface="Verdana"/>
              </a:rPr>
              <a:t>aplicaciones.</a:t>
            </a:r>
            <a:endParaRPr sz="1373" dirty="0">
              <a:latin typeface="Verdana"/>
              <a:cs typeface="Verdana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794159" y="713913"/>
            <a:ext cx="1785638" cy="480252"/>
          </a:xfrm>
          <a:prstGeom prst="rect">
            <a:avLst/>
          </a:prstGeom>
        </p:spPr>
        <p:txBody>
          <a:bodyPr spcFirstLastPara="1" vert="horz" wrap="square" lIns="0" tIns="6342" rIns="0" bIns="0" rtlCol="0" anchor="t" anchorCtr="0">
            <a:spAutoFit/>
          </a:bodyPr>
          <a:lstStyle/>
          <a:p>
            <a:pPr marL="6342">
              <a:spcBef>
                <a:spcPts val="50"/>
              </a:spcBef>
            </a:pPr>
            <a:r>
              <a:rPr sz="2996" spc="-87" dirty="0">
                <a:latin typeface="Georgia"/>
                <a:cs typeface="Georgia"/>
              </a:rPr>
              <a:t>Conclusión</a:t>
            </a:r>
            <a:endParaRPr sz="2996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5" name="Google Shape;405;p37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27972" r="27976"/>
          <a:stretch/>
        </p:blipFill>
        <p:spPr>
          <a:xfrm>
            <a:off x="5782350" y="110350"/>
            <a:ext cx="3249000" cy="4869000"/>
          </a:xfrm>
          <a:prstGeom prst="roundRect">
            <a:avLst>
              <a:gd name="adj" fmla="val 16667"/>
            </a:avLst>
          </a:prstGeom>
        </p:spPr>
      </p:pic>
      <p:sp>
        <p:nvSpPr>
          <p:cNvPr id="406" name="Google Shape;406;p37"/>
          <p:cNvSpPr txBox="1">
            <a:spLocks noGrp="1"/>
          </p:cNvSpPr>
          <p:nvPr>
            <p:ph type="title"/>
          </p:nvPr>
        </p:nvSpPr>
        <p:spPr>
          <a:xfrm>
            <a:off x="632175" y="650250"/>
            <a:ext cx="5046000" cy="726900"/>
          </a:xfrm>
          <a:prstGeom prst="rect">
            <a:avLst/>
          </a:prstGeom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Conclusiones</a:t>
            </a:r>
            <a:endParaRPr/>
          </a:p>
        </p:txBody>
      </p:sp>
      <p:sp>
        <p:nvSpPr>
          <p:cNvPr id="407" name="Google Shape;407;p37"/>
          <p:cNvSpPr txBox="1">
            <a:spLocks noGrp="1"/>
          </p:cNvSpPr>
          <p:nvPr>
            <p:ph type="subTitle" idx="1"/>
          </p:nvPr>
        </p:nvSpPr>
        <p:spPr>
          <a:xfrm>
            <a:off x="642700" y="1562500"/>
            <a:ext cx="4337400" cy="196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115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Recapitula los elementos clave para diseñar un mensaje eficaz.</a:t>
            </a:r>
            <a:endParaRPr/>
          </a:p>
          <a:p>
            <a:pPr marL="457200" lvl="0" indent="-31115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Enfatice la claridad, la precisión y la retroalimentación para obtener los mejores resultados.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38"/>
          <p:cNvSpPr txBox="1">
            <a:spLocks noGrp="1"/>
          </p:cNvSpPr>
          <p:nvPr>
            <p:ph type="title"/>
          </p:nvPr>
        </p:nvSpPr>
        <p:spPr>
          <a:xfrm>
            <a:off x="530400" y="2208300"/>
            <a:ext cx="8083200" cy="726900"/>
          </a:xfrm>
          <a:prstGeom prst="rect">
            <a:avLst/>
          </a:prstGeom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Gracias. Por favor, siéntase libre de hacer cualquier pregunta. 😄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Playful Voyage - v1">
  <a:themeElements>
    <a:clrScheme name="Office">
      <a:dk1>
        <a:srgbClr val="062932"/>
      </a:dk1>
      <a:lt1>
        <a:srgbClr val="FFFFFF"/>
      </a:lt1>
      <a:dk2>
        <a:srgbClr val="44546A"/>
      </a:dk2>
      <a:lt2>
        <a:srgbClr val="D7F6FF"/>
      </a:lt2>
      <a:accent1>
        <a:srgbClr val="4472C4"/>
      </a:accent1>
      <a:accent2>
        <a:srgbClr val="ED7D31"/>
      </a:accent2>
      <a:accent3>
        <a:srgbClr val="06EADD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78</TotalTime>
  <Words>393</Words>
  <Application>Microsoft Office PowerPoint</Application>
  <PresentationFormat>On-screen Show (16:9)</PresentationFormat>
  <Paragraphs>33</Paragraphs>
  <Slides>12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12</vt:i4>
      </vt:variant>
    </vt:vector>
  </HeadingPairs>
  <TitlesOfParts>
    <vt:vector size="26" baseType="lpstr">
      <vt:lpstr>Arial</vt:lpstr>
      <vt:lpstr>Verdana</vt:lpstr>
      <vt:lpstr>Open Sans Medium</vt:lpstr>
      <vt:lpstr>Quicksand SemiBold</vt:lpstr>
      <vt:lpstr>Quicksand Medium</vt:lpstr>
      <vt:lpstr>Poppins</vt:lpstr>
      <vt:lpstr>Times New Roman</vt:lpstr>
      <vt:lpstr>Montserrat</vt:lpstr>
      <vt:lpstr>Balsamiq Sans</vt:lpstr>
      <vt:lpstr>Lato Light</vt:lpstr>
      <vt:lpstr>Calibri</vt:lpstr>
      <vt:lpstr>Georgia</vt:lpstr>
      <vt:lpstr>Simple Light</vt:lpstr>
      <vt:lpstr>Playful Voyage - v1</vt:lpstr>
      <vt:lpstr>Elementos clave de un mensaje de ChatGPT</vt:lpstr>
      <vt:lpstr>Contexto claro y específico</vt:lpstr>
      <vt:lpstr>Instrucciones precisas</vt:lpstr>
      <vt:lpstr>Ejemplos concretos</vt:lpstr>
      <vt:lpstr>Límite de longitud</vt:lpstr>
      <vt:lpstr>Claridad en el formato de respuesta</vt:lpstr>
      <vt:lpstr>Retroalimentación y ajuste</vt:lpstr>
      <vt:lpstr>Revisión y edición</vt:lpstr>
      <vt:lpstr>Es crucial evitar el sesgo y los prejuicios al formular las instrucciones para el  prompt del GML. Las preguntas sesgadas pueden inﬂuir en las respuestas  generadas, lo que afecta la calidad y la imparcialidad de la salida. La neutralidad es  esencial para obtener resultados objetivos.</vt:lpstr>
      <vt:lpstr>Conclusión</vt:lpstr>
      <vt:lpstr>Conclusiones</vt:lpstr>
      <vt:lpstr>Gracias. Por favor, siéntase libre de hacer cualquier pregunta. 😄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Elementos clave de un mensaje de ChatGPT</dc:title>
  <cp:lastModifiedBy>Raúl Valente Ramírez Velarde</cp:lastModifiedBy>
  <cp:revision>2</cp:revision>
  <dcterms:modified xsi:type="dcterms:W3CDTF">2024-05-09T05:39:54Z</dcterms:modified>
</cp:coreProperties>
</file>