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LLMs in Engineering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Full Lecture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Use LLMs in engineering design</a:t>
            </a:r>
          </a:p>
          <a:p>
            <a:pPr/>
            <a:r>
              <a:t>Focus: validation, not blind trust</a:t>
            </a:r>
          </a:p>
          <a:p>
            <a:pPr/>
            <a:r>
              <a:t>Outcome: reproducible workflows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LLMs in Engineering?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 ideation</a:t>
            </a:r>
          </a:p>
          <a:p>
            <a:pPr/>
            <a:r>
              <a:t>Assist with derivations</a:t>
            </a:r>
          </a:p>
          <a:p>
            <a:pPr/>
            <a:r>
              <a:t>Generate code/designs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LLMs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Hallucinations</a:t>
            </a:r>
          </a:p>
          <a:p>
            <a:pPr/>
            <a:r>
              <a:t>No true understanding</a:t>
            </a:r>
          </a:p>
          <a:p>
            <a:pPr/>
            <a:r>
              <a:t>Prompt sensitivity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are hypothesis generators</a:t>
            </a:r>
          </a:p>
          <a:p>
            <a:pPr/>
            <a:r>
              <a:t>Validation is mandatory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Formalize → Prompt → Benchmark → Diagnose → Explore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Problem Formalization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inputs, outputs, constraints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a simply supported beam</a:t>
            </a:r>
          </a:p>
          <a:p>
            <a:pPr/>
            <a:r>
              <a:t>Given load and material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Diagram: Beam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beam diagram: supports + load]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Choose model type</a:t>
            </a:r>
          </a:p>
          <a:p>
            <a:pPr/>
            <a:r>
              <a:t>General vs domain-specific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Structured prompts</a:t>
            </a:r>
          </a:p>
          <a:p>
            <a:pPr/>
            <a:r>
              <a:t>Force equations and assumptions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Solve beam deflection using Euler-Bernoulli theory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Benchmarking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known solution</a:t>
            </a:r>
          </a:p>
          <a:p>
            <a:pPr/>
            <a:r>
              <a:t>Compare outputs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Accuracy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Numerical error %</a:t>
            </a:r>
          </a:p>
          <a:p>
            <a:pPr/>
            <a:r>
              <a:t>Conceptual correctness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vs analytical solution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Error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missing constraints</a:t>
            </a:r>
          </a:p>
          <a:p>
            <a:pPr/>
            <a:r>
              <a:t>Detect wrong formulas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Refinement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constraints</a:t>
            </a:r>
          </a:p>
          <a:p>
            <a:pPr/>
            <a:r>
              <a:t>Use few-shot examples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Iteration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 → Output → Error → Improve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5: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Modify parameters</a:t>
            </a:r>
          </a:p>
          <a:p>
            <a:pPr/>
            <a:r>
              <a:t>Generate new designs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Space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Change materials, loads, geometry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Again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Spot-check results</a:t>
            </a:r>
          </a:p>
          <a:p>
            <a:pPr/>
            <a:r>
              <a:t>Use simulation if possible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Advanced: Tool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+ Python</a:t>
            </a:r>
          </a:p>
          <a:p>
            <a:pPr/>
            <a:r>
              <a:t>LLM + FEM tools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→ Code → Simulation → Results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Beam design validation</a:t>
            </a:r>
          </a:p>
          <a:p>
            <a:pPr/>
            <a:r>
              <a:t>Then redesign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Grading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Equations correctness</a:t>
            </a:r>
          </a:p>
          <a:p>
            <a:pPr/>
            <a:r>
              <a:t>Reasoning</a:t>
            </a:r>
          </a:p>
          <a:p>
            <a:pPr/>
            <a:r>
              <a:t>Accuracy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Validate always</a:t>
            </a:r>
          </a:p>
          <a:p>
            <a:pPr/>
            <a:r>
              <a:t>Treat LLM as assistant</a:t>
            </a:r>
          </a:p>
          <a:p>
            <a:pPr/>
            <a:r>
              <a:t>Engineer the workflow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