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 in Engineering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Structured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Formalization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the engineering problem, inputs, outputs, and governing principles before using the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Model Selection &amp; Prompt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the appropriate model and design structured prompts that enforce clarity, assumptions, and equations.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Benchmarking Against Known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LLM using problems with known solutions and compare accuracy and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Error Analysis &amp; Model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errors, refine prompts, and improve outputs iteratively.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Controlled Design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validated prompts to explore new designs and validate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hypothesis generators that must be validated, not authoritative solvers.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