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85" r:id="rId4"/>
    <p:sldMasterId id="21474837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Fredoka"/>
      <p:regular r:id="rId14"/>
      <p:bold r:id="rId15"/>
    </p:embeddedFont>
    <p:embeddedFont>
      <p:font typeface="Hanken Grotesk"/>
      <p:regular r:id="rId16"/>
      <p:bold r:id="rId17"/>
      <p:italic r:id="rId18"/>
      <p:boldItalic r:id="rId19"/>
    </p:embeddedFont>
    <p:embeddedFont>
      <p:font typeface="Lobster"/>
      <p:regular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Space Grotesk SemiBold"/>
      <p:regular r:id="rId29"/>
      <p:bold r:id="rId30"/>
    </p:embeddedFont>
    <p:embeddedFont>
      <p:font typeface="Inter Medium"/>
      <p:regular r:id="rId31"/>
      <p:bold r:id="rId32"/>
      <p:italic r:id="rId33"/>
      <p:boldItalic r:id="rId34"/>
    </p:embeddedFont>
    <p:embeddedFont>
      <p:font typeface="Space Grotesk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31" Type="http://schemas.openxmlformats.org/officeDocument/2006/relationships/font" Target="fonts/InterMedium-regular.fntdata"/><Relationship Id="rId30" Type="http://schemas.openxmlformats.org/officeDocument/2006/relationships/font" Target="fonts/SpaceGroteskSemiBold-bold.fntdata"/><Relationship Id="rId33" Type="http://schemas.openxmlformats.org/officeDocument/2006/relationships/font" Target="fonts/InterMedium-italic.fntdata"/><Relationship Id="rId32" Type="http://schemas.openxmlformats.org/officeDocument/2006/relationships/font" Target="fonts/InterMedium-bold.fntdata"/><Relationship Id="rId35" Type="http://schemas.openxmlformats.org/officeDocument/2006/relationships/font" Target="fonts/SpaceGrotesk-regular.fntdata"/><Relationship Id="rId34" Type="http://schemas.openxmlformats.org/officeDocument/2006/relationships/font" Target="fonts/InterMedium-boldItalic.fntdata"/><Relationship Id="rId36" Type="http://schemas.openxmlformats.org/officeDocument/2006/relationships/font" Target="fonts/SpaceGrotesk-bold.fntdata"/><Relationship Id="rId20" Type="http://schemas.openxmlformats.org/officeDocument/2006/relationships/font" Target="fonts/Lobster-regular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29" Type="http://schemas.openxmlformats.org/officeDocument/2006/relationships/font" Target="fonts/SpaceGroteskSemiBo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Fredoka-bold.fntdata"/><Relationship Id="rId14" Type="http://schemas.openxmlformats.org/officeDocument/2006/relationships/font" Target="fonts/Fredoka-regular.fntdata"/><Relationship Id="rId17" Type="http://schemas.openxmlformats.org/officeDocument/2006/relationships/font" Target="fonts/HankenGrotesk-bold.fntdata"/><Relationship Id="rId16" Type="http://schemas.openxmlformats.org/officeDocument/2006/relationships/font" Target="fonts/HankenGrotesk-regular.fntdata"/><Relationship Id="rId19" Type="http://schemas.openxmlformats.org/officeDocument/2006/relationships/font" Target="fonts/HankenGrotesk-boldItalic.fntdata"/><Relationship Id="rId18" Type="http://schemas.openxmlformats.org/officeDocument/2006/relationships/font" Target="fonts/HankenGrotesk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SLIDES_API107441065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SLIDES_API107441065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SLIDES_API107441065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SLIDES_API107441065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SLIDES_API107441065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SLIDES_API107441065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SLIDES_API107441065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SLIDES_API107441065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SLIDES_API107441065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SLIDES_API107441065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SLIDES_API107441065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SLIDES_API107441065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50850" y="1987200"/>
            <a:ext cx="37767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4845450" y="1987200"/>
            <a:ext cx="37323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9" name="Google Shape;59;p14"/>
          <p:cNvSpPr/>
          <p:nvPr/>
        </p:nvSpPr>
        <p:spPr>
          <a:xfrm>
            <a:off x="566250" y="1370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4760850" y="1370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566250" y="1738675"/>
            <a:ext cx="156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4760850" y="1738675"/>
            <a:ext cx="156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3" type="subTitle"/>
          </p:nvPr>
        </p:nvSpPr>
        <p:spPr>
          <a:xfrm>
            <a:off x="650850" y="1367825"/>
            <a:ext cx="37323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64" name="Google Shape;64;p14"/>
          <p:cNvSpPr txBox="1"/>
          <p:nvPr>
            <p:ph idx="4" type="subTitle"/>
          </p:nvPr>
        </p:nvSpPr>
        <p:spPr>
          <a:xfrm>
            <a:off x="4845525" y="1367825"/>
            <a:ext cx="37323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v1" type="title">
  <p:cSld name="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04525" y="445025"/>
            <a:ext cx="7679700" cy="7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04525" y="1241750"/>
            <a:ext cx="8067900" cy="2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>
  <p:cSld name="TITLE_AND_BOD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566250" y="1018792"/>
            <a:ext cx="77772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16"/>
          <p:cNvSpPr/>
          <p:nvPr/>
        </p:nvSpPr>
        <p:spPr>
          <a:xfrm>
            <a:off x="0" y="0"/>
            <a:ext cx="9144000" cy="5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TITLE_AND_BODY_1_3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0" y="0"/>
            <a:ext cx="9144000" cy="9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 txBox="1"/>
          <p:nvPr>
            <p:ph type="title"/>
          </p:nvPr>
        </p:nvSpPr>
        <p:spPr>
          <a:xfrm>
            <a:off x="566250" y="293700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566250" y="920075"/>
            <a:ext cx="7777200" cy="27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7" name="Google Shape;77;p17"/>
          <p:cNvSpPr/>
          <p:nvPr/>
        </p:nvSpPr>
        <p:spPr>
          <a:xfrm>
            <a:off x="0" y="0"/>
            <a:ext cx="9144000" cy="5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TITLE_AND_BODY_1_3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8"/>
          <p:cNvSpPr/>
          <p:nvPr>
            <p:ph idx="2" type="pic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8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>
  <p:cSld name="TITLE_AND_BODY_1_3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9"/>
          <p:cNvSpPr/>
          <p:nvPr>
            <p:ph idx="2" type="pic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9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+ image">
  <p:cSld name="TITLE_AND_BODY_1_3_1_2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/>
          <p:nvPr>
            <p:ph idx="2" type="pic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20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TITLE_AND_BODY_1_3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/>
          <p:nvPr/>
        </p:nvSpPr>
        <p:spPr>
          <a:xfrm>
            <a:off x="0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1"/>
          <p:cNvSpPr/>
          <p:nvPr>
            <p:ph idx="2" type="pic"/>
          </p:nvPr>
        </p:nvSpPr>
        <p:spPr>
          <a:xfrm>
            <a:off x="0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4651550" y="445025"/>
            <a:ext cx="40935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651550" y="10779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 + image">
  <p:cSld name="TITLE_AND_BODY_1_3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/>
          <p:nvPr/>
        </p:nvSpPr>
        <p:spPr>
          <a:xfrm>
            <a:off x="0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2"/>
          <p:cNvSpPr/>
          <p:nvPr>
            <p:ph idx="2" type="pic"/>
          </p:nvPr>
        </p:nvSpPr>
        <p:spPr>
          <a:xfrm>
            <a:off x="0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2"/>
          <p:cNvSpPr txBox="1"/>
          <p:nvPr>
            <p:ph type="title"/>
          </p:nvPr>
        </p:nvSpPr>
        <p:spPr>
          <a:xfrm>
            <a:off x="46515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46515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 a list + image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/>
          <p:nvPr/>
        </p:nvSpPr>
        <p:spPr>
          <a:xfrm>
            <a:off x="0" y="3249700"/>
            <a:ext cx="9144000" cy="190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3"/>
          <p:cNvSpPr/>
          <p:nvPr>
            <p:ph idx="2" type="pic"/>
          </p:nvPr>
        </p:nvSpPr>
        <p:spPr>
          <a:xfrm>
            <a:off x="560300" y="1522125"/>
            <a:ext cx="3922200" cy="3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3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3"/>
          <p:cNvSpPr/>
          <p:nvPr/>
        </p:nvSpPr>
        <p:spPr>
          <a:xfrm>
            <a:off x="4855875" y="445025"/>
            <a:ext cx="3726000" cy="1044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3"/>
          <p:cNvSpPr/>
          <p:nvPr/>
        </p:nvSpPr>
        <p:spPr>
          <a:xfrm>
            <a:off x="4855875" y="1753439"/>
            <a:ext cx="3726000" cy="1076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/>
          <p:nvPr/>
        </p:nvSpPr>
        <p:spPr>
          <a:xfrm>
            <a:off x="4855875" y="3070475"/>
            <a:ext cx="3726000" cy="107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5481550" y="547625"/>
            <a:ext cx="29727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7" name="Google Shape;117;p23"/>
          <p:cNvSpPr txBox="1"/>
          <p:nvPr>
            <p:ph idx="3" type="body"/>
          </p:nvPr>
        </p:nvSpPr>
        <p:spPr>
          <a:xfrm>
            <a:off x="5481550" y="1872537"/>
            <a:ext cx="2972700" cy="8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8" name="Google Shape;118;p23"/>
          <p:cNvSpPr txBox="1"/>
          <p:nvPr>
            <p:ph idx="4" type="body"/>
          </p:nvPr>
        </p:nvSpPr>
        <p:spPr>
          <a:xfrm>
            <a:off x="5481550" y="3189875"/>
            <a:ext cx="2972700" cy="8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19" name="Google Shape;119;p23"/>
          <p:cNvSpPr txBox="1"/>
          <p:nvPr/>
        </p:nvSpPr>
        <p:spPr>
          <a:xfrm>
            <a:off x="5041100" y="83367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5041100" y="2146400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5041100" y="345942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 a list + image 1">
  <p:cSld name="MAIN_POINT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/>
          <p:nvPr/>
        </p:nvSpPr>
        <p:spPr>
          <a:xfrm>
            <a:off x="0" y="3249700"/>
            <a:ext cx="9144000" cy="190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/>
          <p:nvPr>
            <p:ph idx="2" type="pic"/>
          </p:nvPr>
        </p:nvSpPr>
        <p:spPr>
          <a:xfrm>
            <a:off x="560300" y="1522125"/>
            <a:ext cx="3922200" cy="3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4"/>
          <p:cNvSpPr/>
          <p:nvPr/>
        </p:nvSpPr>
        <p:spPr>
          <a:xfrm>
            <a:off x="4855875" y="819675"/>
            <a:ext cx="3726000" cy="169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/>
          <p:nvPr/>
        </p:nvSpPr>
        <p:spPr>
          <a:xfrm>
            <a:off x="4855875" y="3177964"/>
            <a:ext cx="3726000" cy="169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992675" y="957875"/>
            <a:ext cx="3452400" cy="14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0" name="Google Shape;130;p24"/>
          <p:cNvSpPr txBox="1"/>
          <p:nvPr>
            <p:ph idx="3" type="body"/>
          </p:nvPr>
        </p:nvSpPr>
        <p:spPr>
          <a:xfrm>
            <a:off x="5001050" y="3332050"/>
            <a:ext cx="3453300" cy="14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1" name="Google Shape;131;p24"/>
          <p:cNvSpPr/>
          <p:nvPr/>
        </p:nvSpPr>
        <p:spPr>
          <a:xfrm>
            <a:off x="4855875" y="819675"/>
            <a:ext cx="18000" cy="169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3780000" dist="19050">
              <a:srgbClr val="D9D9D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4855981" y="3177975"/>
            <a:ext cx="18000" cy="1691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3780000" dist="19050">
              <a:srgbClr val="D9D9D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items in  a list + image">
  <p:cSld name="MAIN_POINT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/>
          <p:nvPr/>
        </p:nvSpPr>
        <p:spPr>
          <a:xfrm>
            <a:off x="0" y="3249700"/>
            <a:ext cx="9144000" cy="190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/>
          <p:nvPr>
            <p:ph idx="2" type="pic"/>
          </p:nvPr>
        </p:nvSpPr>
        <p:spPr>
          <a:xfrm>
            <a:off x="560300" y="1522125"/>
            <a:ext cx="3922200" cy="3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5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/>
          <p:nvPr/>
        </p:nvSpPr>
        <p:spPr>
          <a:xfrm>
            <a:off x="4855875" y="819675"/>
            <a:ext cx="3726000" cy="169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/>
          <p:nvPr/>
        </p:nvSpPr>
        <p:spPr>
          <a:xfrm>
            <a:off x="4855875" y="3177964"/>
            <a:ext cx="3726000" cy="169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4992675" y="957875"/>
            <a:ext cx="3452400" cy="14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1" name="Google Shape;141;p25"/>
          <p:cNvSpPr txBox="1"/>
          <p:nvPr>
            <p:ph idx="3" type="body"/>
          </p:nvPr>
        </p:nvSpPr>
        <p:spPr>
          <a:xfrm>
            <a:off x="5001050" y="3332050"/>
            <a:ext cx="3453300" cy="14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2" name="Google Shape;142;p25"/>
          <p:cNvSpPr/>
          <p:nvPr/>
        </p:nvSpPr>
        <p:spPr>
          <a:xfrm>
            <a:off x="4855875" y="819675"/>
            <a:ext cx="18000" cy="169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3780000" dist="19050">
              <a:srgbClr val="D9D9D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4855981" y="3177975"/>
            <a:ext cx="18000" cy="1691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3780000" dist="19050">
              <a:srgbClr val="D9D9D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a list">
  <p:cSld name="TITLE_AND_BODY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/>
          <p:nvPr/>
        </p:nvSpPr>
        <p:spPr>
          <a:xfrm>
            <a:off x="3322875" y="4474775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/>
          <p:nvPr/>
        </p:nvSpPr>
        <p:spPr>
          <a:xfrm>
            <a:off x="6079500" y="4474775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/>
          <p:nvPr/>
        </p:nvSpPr>
        <p:spPr>
          <a:xfrm>
            <a:off x="645900" y="4474800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26"/>
          <p:cNvGrpSpPr/>
          <p:nvPr/>
        </p:nvGrpSpPr>
        <p:grpSpPr>
          <a:xfrm>
            <a:off x="565200" y="1607413"/>
            <a:ext cx="2577600" cy="2867388"/>
            <a:chOff x="565200" y="1607413"/>
            <a:chExt cx="2577600" cy="2867388"/>
          </a:xfrm>
        </p:grpSpPr>
        <p:sp>
          <p:nvSpPr>
            <p:cNvPr id="149" name="Google Shape;149;p26"/>
            <p:cNvSpPr/>
            <p:nvPr/>
          </p:nvSpPr>
          <p:spPr>
            <a:xfrm>
              <a:off x="565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1622250" y="1607413"/>
              <a:ext cx="463500" cy="463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3EAB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51" name="Google Shape;151;p26"/>
          <p:cNvGrpSpPr/>
          <p:nvPr/>
        </p:nvGrpSpPr>
        <p:grpSpPr>
          <a:xfrm>
            <a:off x="3283200" y="1607425"/>
            <a:ext cx="2577600" cy="2867375"/>
            <a:chOff x="3283200" y="1607425"/>
            <a:chExt cx="2577600" cy="2867375"/>
          </a:xfrm>
        </p:grpSpPr>
        <p:sp>
          <p:nvSpPr>
            <p:cNvPr id="152" name="Google Shape;152;p26"/>
            <p:cNvSpPr/>
            <p:nvPr/>
          </p:nvSpPr>
          <p:spPr>
            <a:xfrm>
              <a:off x="3283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4340250" y="1607425"/>
              <a:ext cx="463500" cy="463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3EAB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54" name="Google Shape;154;p26"/>
          <p:cNvGrpSpPr/>
          <p:nvPr/>
        </p:nvGrpSpPr>
        <p:grpSpPr>
          <a:xfrm>
            <a:off x="6001200" y="1607425"/>
            <a:ext cx="2577600" cy="2867375"/>
            <a:chOff x="6001200" y="1607425"/>
            <a:chExt cx="2577600" cy="2867375"/>
          </a:xfrm>
        </p:grpSpPr>
        <p:sp>
          <p:nvSpPr>
            <p:cNvPr id="155" name="Google Shape;155;p26"/>
            <p:cNvSpPr/>
            <p:nvPr/>
          </p:nvSpPr>
          <p:spPr>
            <a:xfrm>
              <a:off x="6001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7058250" y="1607425"/>
              <a:ext cx="463500" cy="463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3EAB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57" name="Google Shape;157;p2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1614175" y="1607425"/>
            <a:ext cx="4788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4336400" y="1619450"/>
            <a:ext cx="4788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7051025" y="1619450"/>
            <a:ext cx="4788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7267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3" name="Google Shape;163;p26"/>
          <p:cNvSpPr txBox="1"/>
          <p:nvPr>
            <p:ph idx="2" type="body"/>
          </p:nvPr>
        </p:nvSpPr>
        <p:spPr>
          <a:xfrm>
            <a:off x="344130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26"/>
          <p:cNvSpPr txBox="1"/>
          <p:nvPr>
            <p:ph idx="3" type="body"/>
          </p:nvPr>
        </p:nvSpPr>
        <p:spPr>
          <a:xfrm>
            <a:off x="61558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a list v2">
  <p:cSld name="TITLE_AND_BODY_1_1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3322875" y="4477175"/>
            <a:ext cx="2418600" cy="91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/>
          <p:nvPr/>
        </p:nvSpPr>
        <p:spPr>
          <a:xfrm>
            <a:off x="6079500" y="4477175"/>
            <a:ext cx="2418600" cy="91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645900" y="4477175"/>
            <a:ext cx="2418600" cy="91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2" name="Google Shape;172;p27"/>
          <p:cNvGrpSpPr/>
          <p:nvPr/>
        </p:nvGrpSpPr>
        <p:grpSpPr>
          <a:xfrm>
            <a:off x="565200" y="1608200"/>
            <a:ext cx="2577600" cy="2866600"/>
            <a:chOff x="565200" y="1608200"/>
            <a:chExt cx="2577600" cy="2866600"/>
          </a:xfrm>
        </p:grpSpPr>
        <p:sp>
          <p:nvSpPr>
            <p:cNvPr id="173" name="Google Shape;173;p27"/>
            <p:cNvSpPr/>
            <p:nvPr/>
          </p:nvSpPr>
          <p:spPr>
            <a:xfrm>
              <a:off x="565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1561600" y="1608200"/>
              <a:ext cx="510600" cy="510600"/>
            </a:xfrm>
            <a:prstGeom prst="ellipse">
              <a:avLst/>
            </a:prstGeom>
            <a:solidFill>
              <a:srgbClr val="3E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5" name="Google Shape;175;p27"/>
          <p:cNvGrpSpPr/>
          <p:nvPr/>
        </p:nvGrpSpPr>
        <p:grpSpPr>
          <a:xfrm>
            <a:off x="3283200" y="1608200"/>
            <a:ext cx="2577600" cy="2866600"/>
            <a:chOff x="3283200" y="1608200"/>
            <a:chExt cx="2577600" cy="2866600"/>
          </a:xfrm>
        </p:grpSpPr>
        <p:sp>
          <p:nvSpPr>
            <p:cNvPr id="176" name="Google Shape;176;p27"/>
            <p:cNvSpPr/>
            <p:nvPr/>
          </p:nvSpPr>
          <p:spPr>
            <a:xfrm>
              <a:off x="3283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4316700" y="1608200"/>
              <a:ext cx="510600" cy="510600"/>
            </a:xfrm>
            <a:prstGeom prst="ellipse">
              <a:avLst/>
            </a:prstGeom>
            <a:solidFill>
              <a:srgbClr val="3E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8" name="Google Shape;178;p27"/>
          <p:cNvGrpSpPr/>
          <p:nvPr/>
        </p:nvGrpSpPr>
        <p:grpSpPr>
          <a:xfrm>
            <a:off x="6001200" y="1608200"/>
            <a:ext cx="2577600" cy="2866600"/>
            <a:chOff x="6001200" y="1608200"/>
            <a:chExt cx="2577600" cy="2866600"/>
          </a:xfrm>
        </p:grpSpPr>
        <p:sp>
          <p:nvSpPr>
            <p:cNvPr id="179" name="Google Shape;179;p27"/>
            <p:cNvSpPr/>
            <p:nvPr/>
          </p:nvSpPr>
          <p:spPr>
            <a:xfrm>
              <a:off x="6001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7034700" y="1608200"/>
              <a:ext cx="510600" cy="510600"/>
            </a:xfrm>
            <a:prstGeom prst="ellipse">
              <a:avLst/>
            </a:prstGeom>
            <a:solidFill>
              <a:srgbClr val="3E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81" name="Google Shape;181;p27"/>
          <p:cNvSpPr txBox="1"/>
          <p:nvPr/>
        </p:nvSpPr>
        <p:spPr>
          <a:xfrm>
            <a:off x="1559475" y="1608200"/>
            <a:ext cx="51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4329575" y="1610450"/>
            <a:ext cx="4818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7038125" y="1610450"/>
            <a:ext cx="51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7267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5" name="Google Shape;185;p27"/>
          <p:cNvSpPr txBox="1"/>
          <p:nvPr>
            <p:ph idx="2" type="body"/>
          </p:nvPr>
        </p:nvSpPr>
        <p:spPr>
          <a:xfrm>
            <a:off x="344130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6" name="Google Shape;186;p27"/>
          <p:cNvSpPr txBox="1"/>
          <p:nvPr>
            <p:ph idx="3" type="body"/>
          </p:nvPr>
        </p:nvSpPr>
        <p:spPr>
          <a:xfrm>
            <a:off x="61558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TITLE_AND_BODY_1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812325" y="2071200"/>
            <a:ext cx="22215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1" name="Google Shape;191;p28"/>
          <p:cNvSpPr txBox="1"/>
          <p:nvPr>
            <p:ph idx="2" type="body"/>
          </p:nvPr>
        </p:nvSpPr>
        <p:spPr>
          <a:xfrm>
            <a:off x="3464701" y="2072750"/>
            <a:ext cx="22215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2" name="Google Shape;192;p28"/>
          <p:cNvSpPr txBox="1"/>
          <p:nvPr>
            <p:ph idx="3" type="body"/>
          </p:nvPr>
        </p:nvSpPr>
        <p:spPr>
          <a:xfrm>
            <a:off x="6182751" y="2072750"/>
            <a:ext cx="22215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28"/>
          <p:cNvSpPr txBox="1"/>
          <p:nvPr>
            <p:ph idx="4" type="subTitle"/>
          </p:nvPr>
        </p:nvSpPr>
        <p:spPr>
          <a:xfrm>
            <a:off x="812325" y="1498800"/>
            <a:ext cx="22215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94" name="Google Shape;194;p28"/>
          <p:cNvSpPr txBox="1"/>
          <p:nvPr>
            <p:ph idx="5" type="subTitle"/>
          </p:nvPr>
        </p:nvSpPr>
        <p:spPr>
          <a:xfrm>
            <a:off x="3464688" y="1498800"/>
            <a:ext cx="22215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95" name="Google Shape;195;p28"/>
          <p:cNvSpPr txBox="1"/>
          <p:nvPr>
            <p:ph idx="6" type="subTitle"/>
          </p:nvPr>
        </p:nvSpPr>
        <p:spPr>
          <a:xfrm>
            <a:off x="6182738" y="1498800"/>
            <a:ext cx="22215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TITLE_AND_BODY_1_2_5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566250" y="3012825"/>
            <a:ext cx="22215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0" name="Google Shape;200;p29"/>
          <p:cNvSpPr txBox="1"/>
          <p:nvPr>
            <p:ph idx="2" type="body"/>
          </p:nvPr>
        </p:nvSpPr>
        <p:spPr>
          <a:xfrm>
            <a:off x="3251501" y="3014375"/>
            <a:ext cx="22026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1" name="Google Shape;201;p29"/>
          <p:cNvSpPr txBox="1"/>
          <p:nvPr>
            <p:ph idx="3" type="body"/>
          </p:nvPr>
        </p:nvSpPr>
        <p:spPr>
          <a:xfrm>
            <a:off x="5936676" y="3014375"/>
            <a:ext cx="22215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2" name="Google Shape;202;p29"/>
          <p:cNvSpPr txBox="1"/>
          <p:nvPr>
            <p:ph idx="4" type="subTitle"/>
          </p:nvPr>
        </p:nvSpPr>
        <p:spPr>
          <a:xfrm>
            <a:off x="566250" y="2440425"/>
            <a:ext cx="22215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203" name="Google Shape;203;p29"/>
          <p:cNvSpPr txBox="1"/>
          <p:nvPr>
            <p:ph idx="5" type="subTitle"/>
          </p:nvPr>
        </p:nvSpPr>
        <p:spPr>
          <a:xfrm>
            <a:off x="3251488" y="2440425"/>
            <a:ext cx="22026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204" name="Google Shape;204;p29"/>
          <p:cNvSpPr txBox="1"/>
          <p:nvPr>
            <p:ph idx="6" type="subTitle"/>
          </p:nvPr>
        </p:nvSpPr>
        <p:spPr>
          <a:xfrm>
            <a:off x="5936663" y="2440425"/>
            <a:ext cx="22215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b="0"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205" name="Google Shape;205;p29"/>
          <p:cNvSpPr/>
          <p:nvPr>
            <p:ph idx="7" type="pic"/>
          </p:nvPr>
        </p:nvSpPr>
        <p:spPr>
          <a:xfrm>
            <a:off x="566250" y="1170000"/>
            <a:ext cx="2221500" cy="1203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9"/>
          <p:cNvSpPr/>
          <p:nvPr>
            <p:ph idx="8" type="pic"/>
          </p:nvPr>
        </p:nvSpPr>
        <p:spPr>
          <a:xfrm>
            <a:off x="3251475" y="1168375"/>
            <a:ext cx="2235900" cy="12030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9"/>
          <p:cNvSpPr/>
          <p:nvPr>
            <p:ph idx="9" type="pic"/>
          </p:nvPr>
        </p:nvSpPr>
        <p:spPr>
          <a:xfrm>
            <a:off x="5936675" y="1168375"/>
            <a:ext cx="2221500" cy="120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048">
          <p15:clr>
            <a:srgbClr val="E46962"/>
          </p15:clr>
        </p15:guide>
        <p15:guide id="2" orient="horz" pos="737">
          <p15:clr>
            <a:srgbClr val="E46962"/>
          </p15:clr>
        </p15:guide>
        <p15:guide id="3" pos="3740">
          <p15:clr>
            <a:srgbClr val="E46962"/>
          </p15:clr>
        </p15:guide>
        <p15:guide id="4" orient="horz" pos="149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key metrics">
  <p:cSld name="TITLE_AND_BODY_1_2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30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963638" y="2061700"/>
            <a:ext cx="30894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2" name="Google Shape;212;p30"/>
          <p:cNvSpPr txBox="1"/>
          <p:nvPr>
            <p:ph idx="2" type="subTitle"/>
          </p:nvPr>
        </p:nvSpPr>
        <p:spPr>
          <a:xfrm>
            <a:off x="963638" y="1489300"/>
            <a:ext cx="30894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213" name="Google Shape;213;p30"/>
          <p:cNvSpPr txBox="1"/>
          <p:nvPr>
            <p:ph idx="3" type="body"/>
          </p:nvPr>
        </p:nvSpPr>
        <p:spPr>
          <a:xfrm>
            <a:off x="5090963" y="2061700"/>
            <a:ext cx="30894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4" name="Google Shape;214;p30"/>
          <p:cNvSpPr txBox="1"/>
          <p:nvPr>
            <p:ph idx="4" type="subTitle"/>
          </p:nvPr>
        </p:nvSpPr>
        <p:spPr>
          <a:xfrm>
            <a:off x="5090963" y="1489300"/>
            <a:ext cx="30894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 SemiBold"/>
              <a:buNone/>
              <a:defRPr b="0" sz="20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1">
  <p:cSld name="CUSTOM_5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3569725" y="1185400"/>
            <a:ext cx="19758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8" name="Google Shape;218;p31"/>
          <p:cNvSpPr txBox="1"/>
          <p:nvPr>
            <p:ph idx="2" type="body"/>
          </p:nvPr>
        </p:nvSpPr>
        <p:spPr>
          <a:xfrm>
            <a:off x="6471950" y="1185400"/>
            <a:ext cx="19758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9" name="Google Shape;219;p31"/>
          <p:cNvSpPr/>
          <p:nvPr>
            <p:ph idx="3" type="pic"/>
          </p:nvPr>
        </p:nvSpPr>
        <p:spPr>
          <a:xfrm>
            <a:off x="396825" y="1185400"/>
            <a:ext cx="2205900" cy="3581400"/>
          </a:xfrm>
          <a:prstGeom prst="roundRect">
            <a:avLst>
              <a:gd fmla="val 2768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1 + image">
  <p:cSld name="CUSTOM_5_1_5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396825" y="1185400"/>
            <a:ext cx="19758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3" name="Google Shape;223;p32"/>
          <p:cNvSpPr txBox="1"/>
          <p:nvPr>
            <p:ph idx="2" type="body"/>
          </p:nvPr>
        </p:nvSpPr>
        <p:spPr>
          <a:xfrm>
            <a:off x="3299050" y="1185400"/>
            <a:ext cx="19758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4" name="Google Shape;224;p32"/>
          <p:cNvSpPr/>
          <p:nvPr>
            <p:ph idx="3" type="pic"/>
          </p:nvPr>
        </p:nvSpPr>
        <p:spPr>
          <a:xfrm>
            <a:off x="6371850" y="1185400"/>
            <a:ext cx="2205900" cy="3581400"/>
          </a:xfrm>
          <a:prstGeom prst="roundRect">
            <a:avLst>
              <a:gd fmla="val 2768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1 1">
  <p:cSld name="CUSTOM_5_1_4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641050" y="1574900"/>
            <a:ext cx="35229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8" name="Google Shape;228;p33"/>
          <p:cNvSpPr txBox="1"/>
          <p:nvPr>
            <p:ph idx="2" type="body"/>
          </p:nvPr>
        </p:nvSpPr>
        <p:spPr>
          <a:xfrm>
            <a:off x="4878450" y="1553400"/>
            <a:ext cx="34905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2">
  <p:cSld name="CUSTOM_5_1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3378413" y="1185400"/>
            <a:ext cx="2205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2" name="Google Shape;232;p34"/>
          <p:cNvSpPr txBox="1"/>
          <p:nvPr>
            <p:ph idx="2" type="body"/>
          </p:nvPr>
        </p:nvSpPr>
        <p:spPr>
          <a:xfrm>
            <a:off x="6338600" y="1185400"/>
            <a:ext cx="2205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3" name="Google Shape;233;p34"/>
          <p:cNvSpPr/>
          <p:nvPr>
            <p:ph idx="3" type="pic"/>
          </p:nvPr>
        </p:nvSpPr>
        <p:spPr>
          <a:xfrm>
            <a:off x="396825" y="1185400"/>
            <a:ext cx="2205900" cy="3581400"/>
          </a:xfrm>
          <a:prstGeom prst="roundRect">
            <a:avLst>
              <a:gd fmla="val 2768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Points v2 + image">
  <p:cSld name="CUSTOM_5_1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396850" y="1185400"/>
            <a:ext cx="55536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7" name="Google Shape;237;p35"/>
          <p:cNvSpPr txBox="1"/>
          <p:nvPr>
            <p:ph idx="2" type="body"/>
          </p:nvPr>
        </p:nvSpPr>
        <p:spPr>
          <a:xfrm>
            <a:off x="396850" y="3248825"/>
            <a:ext cx="55536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8" name="Google Shape;238;p35"/>
          <p:cNvSpPr/>
          <p:nvPr>
            <p:ph idx="3" type="pic"/>
          </p:nvPr>
        </p:nvSpPr>
        <p:spPr>
          <a:xfrm>
            <a:off x="6355117" y="1185400"/>
            <a:ext cx="2205900" cy="3581400"/>
          </a:xfrm>
          <a:prstGeom prst="roundRect">
            <a:avLst>
              <a:gd fmla="val 2768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50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oints v1">
  <p:cSld name="CUSTOM_5_1_2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type="title"/>
          </p:nvPr>
        </p:nvSpPr>
        <p:spPr>
          <a:xfrm>
            <a:off x="339450" y="369925"/>
            <a:ext cx="84651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611900" y="1208852"/>
            <a:ext cx="21744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2" name="Google Shape;242;p36"/>
          <p:cNvSpPr txBox="1"/>
          <p:nvPr>
            <p:ph idx="2" type="body"/>
          </p:nvPr>
        </p:nvSpPr>
        <p:spPr>
          <a:xfrm>
            <a:off x="3514425" y="1208852"/>
            <a:ext cx="21744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3" name="Google Shape;243;p36"/>
          <p:cNvSpPr txBox="1"/>
          <p:nvPr>
            <p:ph idx="3" type="body"/>
          </p:nvPr>
        </p:nvSpPr>
        <p:spPr>
          <a:xfrm>
            <a:off x="6417400" y="1208852"/>
            <a:ext cx="21729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82">
          <p15:clr>
            <a:srgbClr val="E46962"/>
          </p15:clr>
        </p15:guide>
        <p15:guide id="3" orient="horz" pos="83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oints v2">
  <p:cSld name="CUSTOM_5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313501" y="369925"/>
            <a:ext cx="8196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418775" y="1275250"/>
            <a:ext cx="81552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7" name="Google Shape;247;p37"/>
          <p:cNvSpPr txBox="1"/>
          <p:nvPr>
            <p:ph idx="2" type="body"/>
          </p:nvPr>
        </p:nvSpPr>
        <p:spPr>
          <a:xfrm>
            <a:off x="418775" y="2468963"/>
            <a:ext cx="81552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8" name="Google Shape;248;p37"/>
          <p:cNvSpPr txBox="1"/>
          <p:nvPr>
            <p:ph idx="3" type="body"/>
          </p:nvPr>
        </p:nvSpPr>
        <p:spPr>
          <a:xfrm>
            <a:off x="418775" y="3662675"/>
            <a:ext cx="81552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3">
          <p15:clr>
            <a:srgbClr val="E46962"/>
          </p15:clr>
        </p15:guide>
        <p15:guide id="2" pos="264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>
  <p:cSld name="TITLE_AND_BODY_1_1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/>
          <p:nvPr/>
        </p:nvSpPr>
        <p:spPr>
          <a:xfrm>
            <a:off x="645900" y="1380257"/>
            <a:ext cx="2418600" cy="66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8"/>
          <p:cNvSpPr/>
          <p:nvPr/>
        </p:nvSpPr>
        <p:spPr>
          <a:xfrm>
            <a:off x="6079500" y="1380202"/>
            <a:ext cx="2418600" cy="6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2" name="Google Shape;252;p38"/>
          <p:cNvSpPr/>
          <p:nvPr/>
        </p:nvSpPr>
        <p:spPr>
          <a:xfrm>
            <a:off x="3358950" y="1380202"/>
            <a:ext cx="2418600" cy="66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38"/>
          <p:cNvSpPr/>
          <p:nvPr/>
        </p:nvSpPr>
        <p:spPr>
          <a:xfrm>
            <a:off x="0" y="0"/>
            <a:ext cx="9144000" cy="66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5" name="Google Shape;255;p38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645900" y="1594929"/>
            <a:ext cx="2328600" cy="2188200"/>
          </a:xfrm>
          <a:prstGeom prst="rect">
            <a:avLst/>
          </a:prstGeom>
        </p:spPr>
        <p:txBody>
          <a:bodyPr anchorCtr="0" anchor="t" bIns="91425" lIns="91425" spcFirstLastPara="1" rIns="16740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7" name="Google Shape;257;p38"/>
          <p:cNvSpPr txBox="1"/>
          <p:nvPr>
            <p:ph idx="2" type="body"/>
          </p:nvPr>
        </p:nvSpPr>
        <p:spPr>
          <a:xfrm>
            <a:off x="3358950" y="1594954"/>
            <a:ext cx="23286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8" name="Google Shape;258;p38"/>
          <p:cNvSpPr txBox="1"/>
          <p:nvPr>
            <p:ph idx="3" type="body"/>
          </p:nvPr>
        </p:nvSpPr>
        <p:spPr>
          <a:xfrm>
            <a:off x="6079500" y="1594954"/>
            <a:ext cx="23286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57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itive/negative slide">
  <p:cSld name="TITLE_AND_BODY_1_2_1_1_1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1" name="Google Shape;261;p39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650850" y="1916463"/>
            <a:ext cx="3776700" cy="26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Inter"/>
              <a:buChar char="✓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3" name="Google Shape;263;p39"/>
          <p:cNvSpPr txBox="1"/>
          <p:nvPr>
            <p:ph idx="2" type="body"/>
          </p:nvPr>
        </p:nvSpPr>
        <p:spPr>
          <a:xfrm>
            <a:off x="4845450" y="1916463"/>
            <a:ext cx="3732300" cy="26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✕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4" name="Google Shape;264;p39"/>
          <p:cNvSpPr txBox="1"/>
          <p:nvPr>
            <p:ph idx="3" type="subTitle"/>
          </p:nvPr>
        </p:nvSpPr>
        <p:spPr>
          <a:xfrm>
            <a:off x="650850" y="1367825"/>
            <a:ext cx="37767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265" name="Google Shape;265;p39"/>
          <p:cNvSpPr txBox="1"/>
          <p:nvPr>
            <p:ph idx="4" type="subTitle"/>
          </p:nvPr>
        </p:nvSpPr>
        <p:spPr>
          <a:xfrm>
            <a:off x="4845525" y="1367825"/>
            <a:ext cx="37323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Default Slide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16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/>
          <p:nvPr/>
        </p:nvSpPr>
        <p:spPr>
          <a:xfrm>
            <a:off x="581025" y="1857300"/>
            <a:ext cx="8011500" cy="2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1"/>
          <p:cNvSpPr txBox="1"/>
          <p:nvPr>
            <p:ph type="title"/>
          </p:nvPr>
        </p:nvSpPr>
        <p:spPr>
          <a:xfrm>
            <a:off x="581025" y="3114750"/>
            <a:ext cx="3224700" cy="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0" name="Google Shape;270;p41"/>
          <p:cNvSpPr/>
          <p:nvPr>
            <p:ph idx="2" type="pic"/>
          </p:nvPr>
        </p:nvSpPr>
        <p:spPr>
          <a:xfrm>
            <a:off x="0" y="0"/>
            <a:ext cx="9144000" cy="18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4347675" y="2838575"/>
            <a:ext cx="4230000" cy="42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272" name="Google Shape;272;p41"/>
          <p:cNvCxnSpPr/>
          <p:nvPr/>
        </p:nvCxnSpPr>
        <p:spPr>
          <a:xfrm>
            <a:off x="4076700" y="2390775"/>
            <a:ext cx="0" cy="2533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41"/>
          <p:cNvSpPr txBox="1"/>
          <p:nvPr>
            <p:ph idx="3" type="body"/>
          </p:nvPr>
        </p:nvSpPr>
        <p:spPr>
          <a:xfrm>
            <a:off x="4347675" y="3667225"/>
            <a:ext cx="4230000" cy="42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4" name="Google Shape;274;p41"/>
          <p:cNvSpPr txBox="1"/>
          <p:nvPr>
            <p:ph idx="4" type="body"/>
          </p:nvPr>
        </p:nvSpPr>
        <p:spPr>
          <a:xfrm>
            <a:off x="4347675" y="4495875"/>
            <a:ext cx="4230000" cy="42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5" name="Google Shape;275;p41"/>
          <p:cNvSpPr txBox="1"/>
          <p:nvPr/>
        </p:nvSpPr>
        <p:spPr>
          <a:xfrm>
            <a:off x="4347675" y="2438375"/>
            <a:ext cx="408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Number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276" name="Google Shape;276;p41"/>
          <p:cNvSpPr txBox="1"/>
          <p:nvPr/>
        </p:nvSpPr>
        <p:spPr>
          <a:xfrm>
            <a:off x="4347675" y="3286200"/>
            <a:ext cx="408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Email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277" name="Google Shape;277;p41"/>
          <p:cNvSpPr txBox="1"/>
          <p:nvPr/>
        </p:nvSpPr>
        <p:spPr>
          <a:xfrm>
            <a:off x="4347675" y="4114875"/>
            <a:ext cx="408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Site Link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59">
          <p15:clr>
            <a:srgbClr val="E46962"/>
          </p15:clr>
        </p15:guide>
        <p15:guide id="2" orient="horz" pos="2181">
          <p15:clr>
            <a:srgbClr val="E46962"/>
          </p15:clr>
        </p15:guide>
        <p15:guide id="3" orient="horz" pos="2703">
          <p15:clr>
            <a:srgbClr val="E46962"/>
          </p15:clr>
        </p15:guide>
        <p15:guide id="4" pos="2739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19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/>
          <p:nvPr/>
        </p:nvSpPr>
        <p:spPr>
          <a:xfrm>
            <a:off x="8018400" y="-28575"/>
            <a:ext cx="1125600" cy="51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0" name="Google Shape;280;p42"/>
          <p:cNvSpPr/>
          <p:nvPr/>
        </p:nvSpPr>
        <p:spPr>
          <a:xfrm>
            <a:off x="496400" y="1017725"/>
            <a:ext cx="8081400" cy="37818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2" name="Google Shape;282;p42"/>
          <p:cNvSpPr/>
          <p:nvPr>
            <p:ph idx="2" type="pic"/>
          </p:nvPr>
        </p:nvSpPr>
        <p:spPr>
          <a:xfrm>
            <a:off x="803400" y="1392150"/>
            <a:ext cx="2238300" cy="223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3" name="Google Shape;283;p42"/>
          <p:cNvSpPr txBox="1"/>
          <p:nvPr>
            <p:ph idx="1" type="body"/>
          </p:nvPr>
        </p:nvSpPr>
        <p:spPr>
          <a:xfrm>
            <a:off x="803400" y="4095573"/>
            <a:ext cx="3857400" cy="321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4" name="Google Shape;284;p42"/>
          <p:cNvSpPr txBox="1"/>
          <p:nvPr>
            <p:ph idx="3" type="subTitle"/>
          </p:nvPr>
        </p:nvSpPr>
        <p:spPr>
          <a:xfrm>
            <a:off x="803400" y="3756150"/>
            <a:ext cx="2632200" cy="321000"/>
          </a:xfrm>
          <a:prstGeom prst="rect">
            <a:avLst/>
          </a:prstGeom>
        </p:spPr>
        <p:txBody>
          <a:bodyPr anchorCtr="0" anchor="ctr" bIns="91425" lIns="0" spcFirstLastPara="1" rIns="91425" wrap="square" tIns="900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2"/>
          <p:cNvSpPr txBox="1"/>
          <p:nvPr>
            <p:ph idx="4" type="body"/>
          </p:nvPr>
        </p:nvSpPr>
        <p:spPr>
          <a:xfrm>
            <a:off x="3201650" y="1392150"/>
            <a:ext cx="4816800" cy="188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164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slide - v2">
  <p:cSld name="CUSTOM_23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8" name="Google Shape;288;p43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9" name="Google Shape;289;p43"/>
          <p:cNvSpPr/>
          <p:nvPr/>
        </p:nvSpPr>
        <p:spPr>
          <a:xfrm>
            <a:off x="1114350" y="1552500"/>
            <a:ext cx="6915300" cy="2152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3"/>
          <p:cNvSpPr txBox="1"/>
          <p:nvPr/>
        </p:nvSpPr>
        <p:spPr>
          <a:xfrm>
            <a:off x="1347300" y="1552500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5"/>
                </a:solidFill>
                <a:latin typeface="Lobster"/>
                <a:ea typeface="Lobster"/>
                <a:cs typeface="Lobster"/>
                <a:sym typeface="Lobster"/>
              </a:rPr>
              <a:t>“</a:t>
            </a:r>
            <a:endParaRPr sz="9600">
              <a:solidFill>
                <a:schemeClr val="accent5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91" name="Google Shape;291;p43"/>
          <p:cNvSpPr txBox="1"/>
          <p:nvPr/>
        </p:nvSpPr>
        <p:spPr>
          <a:xfrm flipH="1" rot="10800000">
            <a:off x="7376625" y="3113925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5"/>
                </a:solidFill>
                <a:latin typeface="Lobster"/>
                <a:ea typeface="Lobster"/>
                <a:cs typeface="Lobster"/>
                <a:sym typeface="Lobster"/>
              </a:rPr>
              <a:t>“</a:t>
            </a:r>
            <a:endParaRPr sz="9600">
              <a:solidFill>
                <a:schemeClr val="accent5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92" name="Google Shape;292;p43"/>
          <p:cNvSpPr txBox="1"/>
          <p:nvPr>
            <p:ph idx="1" type="body"/>
          </p:nvPr>
        </p:nvSpPr>
        <p:spPr>
          <a:xfrm>
            <a:off x="2044800" y="1882800"/>
            <a:ext cx="5186100" cy="1408500"/>
          </a:xfrm>
          <a:prstGeom prst="rect">
            <a:avLst/>
          </a:prstGeom>
        </p:spPr>
        <p:txBody>
          <a:bodyPr anchorCtr="0" anchor="ctr" bIns="180000" lIns="180000" spcFirstLastPara="1" rIns="180000" wrap="square" tIns="1800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1">
  <p:cSld name="TITLE_AND_BODY_2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650850" y="1987200"/>
            <a:ext cx="37767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6" name="Google Shape;296;p44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44"/>
          <p:cNvSpPr txBox="1"/>
          <p:nvPr>
            <p:ph idx="2" type="body"/>
          </p:nvPr>
        </p:nvSpPr>
        <p:spPr>
          <a:xfrm>
            <a:off x="4845450" y="1987200"/>
            <a:ext cx="37323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8" name="Google Shape;298;p44"/>
          <p:cNvSpPr/>
          <p:nvPr/>
        </p:nvSpPr>
        <p:spPr>
          <a:xfrm>
            <a:off x="566250" y="1370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9" name="Google Shape;299;p44"/>
          <p:cNvSpPr/>
          <p:nvPr/>
        </p:nvSpPr>
        <p:spPr>
          <a:xfrm>
            <a:off x="4760850" y="1370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0" name="Google Shape;300;p44"/>
          <p:cNvSpPr/>
          <p:nvPr/>
        </p:nvSpPr>
        <p:spPr>
          <a:xfrm>
            <a:off x="566250" y="1738675"/>
            <a:ext cx="156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" name="Google Shape;301;p44"/>
          <p:cNvSpPr/>
          <p:nvPr/>
        </p:nvSpPr>
        <p:spPr>
          <a:xfrm>
            <a:off x="4760850" y="1738675"/>
            <a:ext cx="156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" name="Google Shape;302;p44"/>
          <p:cNvSpPr txBox="1"/>
          <p:nvPr>
            <p:ph idx="3" type="subTitle"/>
          </p:nvPr>
        </p:nvSpPr>
        <p:spPr>
          <a:xfrm>
            <a:off x="650850" y="1349950"/>
            <a:ext cx="37323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03" name="Google Shape;303;p44"/>
          <p:cNvSpPr txBox="1"/>
          <p:nvPr>
            <p:ph idx="4" type="subTitle"/>
          </p:nvPr>
        </p:nvSpPr>
        <p:spPr>
          <a:xfrm>
            <a:off x="4845525" y="1367825"/>
            <a:ext cx="37323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>
  <p:cSld name="TITLE_AND_BODY_1_4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6" name="Google Shape;306;p45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45"/>
          <p:cNvSpPr txBox="1"/>
          <p:nvPr>
            <p:ph idx="1" type="body"/>
          </p:nvPr>
        </p:nvSpPr>
        <p:spPr>
          <a:xfrm>
            <a:off x="4427475" y="1377275"/>
            <a:ext cx="41502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8" name="Google Shape;308;p45"/>
          <p:cNvSpPr txBox="1"/>
          <p:nvPr>
            <p:ph idx="2" type="body"/>
          </p:nvPr>
        </p:nvSpPr>
        <p:spPr>
          <a:xfrm>
            <a:off x="4427475" y="3088775"/>
            <a:ext cx="41502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9" name="Google Shape;309;p45"/>
          <p:cNvSpPr txBox="1"/>
          <p:nvPr>
            <p:ph idx="3" type="subTitle"/>
          </p:nvPr>
        </p:nvSpPr>
        <p:spPr>
          <a:xfrm>
            <a:off x="566250" y="1395850"/>
            <a:ext cx="331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310" name="Google Shape;310;p45"/>
          <p:cNvSpPr txBox="1"/>
          <p:nvPr>
            <p:ph idx="4" type="subTitle"/>
          </p:nvPr>
        </p:nvSpPr>
        <p:spPr>
          <a:xfrm>
            <a:off x="566250" y="3088775"/>
            <a:ext cx="331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b="0"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TITLE_AND_BODY_1_1_2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3" name="Google Shape;313;p46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46"/>
          <p:cNvSpPr txBox="1"/>
          <p:nvPr>
            <p:ph idx="1" type="body"/>
          </p:nvPr>
        </p:nvSpPr>
        <p:spPr>
          <a:xfrm>
            <a:off x="566250" y="1899000"/>
            <a:ext cx="3243300" cy="23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5" name="Google Shape;315;p46"/>
          <p:cNvSpPr txBox="1"/>
          <p:nvPr>
            <p:ph idx="2" type="body"/>
          </p:nvPr>
        </p:nvSpPr>
        <p:spPr>
          <a:xfrm>
            <a:off x="5226525" y="1899000"/>
            <a:ext cx="3243300" cy="23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6" name="Google Shape;316;p46"/>
          <p:cNvSpPr txBox="1"/>
          <p:nvPr>
            <p:ph idx="3" type="subTitle"/>
          </p:nvPr>
        </p:nvSpPr>
        <p:spPr>
          <a:xfrm>
            <a:off x="566250" y="1406475"/>
            <a:ext cx="3243300" cy="4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317" name="Google Shape;317;p46"/>
          <p:cNvSpPr txBox="1"/>
          <p:nvPr>
            <p:ph idx="4" type="subTitle"/>
          </p:nvPr>
        </p:nvSpPr>
        <p:spPr>
          <a:xfrm>
            <a:off x="5226525" y="1382475"/>
            <a:ext cx="32433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73">
          <p15:clr>
            <a:srgbClr val="E46962"/>
          </p15:clr>
        </p15:guide>
        <p15:guide id="2" orient="horz" pos="2689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TITLE_AND_BODY_1_1_2_3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0" name="Google Shape;320;p47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7"/>
          <p:cNvSpPr txBox="1"/>
          <p:nvPr>
            <p:ph idx="1" type="body"/>
          </p:nvPr>
        </p:nvSpPr>
        <p:spPr>
          <a:xfrm>
            <a:off x="566250" y="2906174"/>
            <a:ext cx="32433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22" name="Google Shape;322;p47"/>
          <p:cNvSpPr txBox="1"/>
          <p:nvPr>
            <p:ph idx="2" type="body"/>
          </p:nvPr>
        </p:nvSpPr>
        <p:spPr>
          <a:xfrm>
            <a:off x="5226525" y="2906174"/>
            <a:ext cx="32433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23" name="Google Shape;323;p47"/>
          <p:cNvSpPr txBox="1"/>
          <p:nvPr>
            <p:ph idx="3" type="subTitle"/>
          </p:nvPr>
        </p:nvSpPr>
        <p:spPr>
          <a:xfrm>
            <a:off x="566250" y="2623379"/>
            <a:ext cx="3243300" cy="2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324" name="Google Shape;324;p47"/>
          <p:cNvSpPr txBox="1"/>
          <p:nvPr>
            <p:ph idx="4" type="subTitle"/>
          </p:nvPr>
        </p:nvSpPr>
        <p:spPr>
          <a:xfrm>
            <a:off x="5226525" y="2609598"/>
            <a:ext cx="3243300" cy="2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325" name="Google Shape;325;p47"/>
          <p:cNvSpPr/>
          <p:nvPr>
            <p:ph idx="5" type="pic"/>
          </p:nvPr>
        </p:nvSpPr>
        <p:spPr>
          <a:xfrm>
            <a:off x="566250" y="1189475"/>
            <a:ext cx="3153300" cy="14082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7"/>
          <p:cNvSpPr/>
          <p:nvPr>
            <p:ph idx="6" type="pic"/>
          </p:nvPr>
        </p:nvSpPr>
        <p:spPr>
          <a:xfrm>
            <a:off x="5226525" y="1189475"/>
            <a:ext cx="3153300" cy="1408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473">
          <p15:clr>
            <a:srgbClr val="E46962"/>
          </p15:clr>
        </p15:guide>
        <p15:guide id="2" orient="horz" pos="2689">
          <p15:clr>
            <a:srgbClr val="E46962"/>
          </p15:clr>
        </p15:guide>
        <p15:guide id="3" pos="3292">
          <p15:clr>
            <a:srgbClr val="E46962"/>
          </p15:clr>
        </p15:guide>
        <p15:guide id="4" orient="horz" pos="1636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 a list + image 2">
  <p:cSld name="MAIN_POINT_2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/>
          <p:nvPr/>
        </p:nvSpPr>
        <p:spPr>
          <a:xfrm>
            <a:off x="0" y="3249700"/>
            <a:ext cx="9144000" cy="190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9" name="Google Shape;329;p48"/>
          <p:cNvSpPr/>
          <p:nvPr>
            <p:ph idx="2" type="pic"/>
          </p:nvPr>
        </p:nvSpPr>
        <p:spPr>
          <a:xfrm>
            <a:off x="560300" y="1522125"/>
            <a:ext cx="3922200" cy="3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8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1" name="Google Shape;331;p48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8"/>
          <p:cNvSpPr/>
          <p:nvPr/>
        </p:nvSpPr>
        <p:spPr>
          <a:xfrm>
            <a:off x="4855875" y="445025"/>
            <a:ext cx="3726000" cy="99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8"/>
          <p:cNvSpPr/>
          <p:nvPr/>
        </p:nvSpPr>
        <p:spPr>
          <a:xfrm>
            <a:off x="4855875" y="1584275"/>
            <a:ext cx="3726000" cy="99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8"/>
          <p:cNvSpPr/>
          <p:nvPr/>
        </p:nvSpPr>
        <p:spPr>
          <a:xfrm>
            <a:off x="4855875" y="2723525"/>
            <a:ext cx="3726000" cy="99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5481550" y="609875"/>
            <a:ext cx="2972700" cy="6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6" name="Google Shape;336;p48"/>
          <p:cNvSpPr txBox="1"/>
          <p:nvPr>
            <p:ph idx="3" type="body"/>
          </p:nvPr>
        </p:nvSpPr>
        <p:spPr>
          <a:xfrm>
            <a:off x="5481550" y="1749127"/>
            <a:ext cx="2972700" cy="6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4" type="body"/>
          </p:nvPr>
        </p:nvSpPr>
        <p:spPr>
          <a:xfrm>
            <a:off x="5481550" y="2888379"/>
            <a:ext cx="2972700" cy="6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8" name="Google Shape;338;p48"/>
          <p:cNvSpPr txBox="1"/>
          <p:nvPr/>
        </p:nvSpPr>
        <p:spPr>
          <a:xfrm>
            <a:off x="5041100" y="79197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48"/>
          <p:cNvSpPr txBox="1"/>
          <p:nvPr/>
        </p:nvSpPr>
        <p:spPr>
          <a:xfrm>
            <a:off x="5041100" y="193122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48"/>
          <p:cNvSpPr txBox="1"/>
          <p:nvPr/>
        </p:nvSpPr>
        <p:spPr>
          <a:xfrm>
            <a:off x="5041100" y="307047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n image and 4 bullets">
  <p:cSld name="MAIN_POINT_1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9"/>
          <p:cNvSpPr/>
          <p:nvPr>
            <p:ph idx="2" type="pic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9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45" name="Google Shape;345;p49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49"/>
          <p:cNvSpPr/>
          <p:nvPr/>
        </p:nvSpPr>
        <p:spPr>
          <a:xfrm>
            <a:off x="566250" y="1377275"/>
            <a:ext cx="4166700" cy="761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9"/>
          <p:cNvSpPr txBox="1"/>
          <p:nvPr>
            <p:ph idx="1" type="body"/>
          </p:nvPr>
        </p:nvSpPr>
        <p:spPr>
          <a:xfrm>
            <a:off x="1000350" y="1455825"/>
            <a:ext cx="35532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8" name="Google Shape;348;p49"/>
          <p:cNvSpPr/>
          <p:nvPr/>
        </p:nvSpPr>
        <p:spPr>
          <a:xfrm>
            <a:off x="566250" y="2191200"/>
            <a:ext cx="4166700" cy="761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9"/>
          <p:cNvSpPr txBox="1"/>
          <p:nvPr>
            <p:ph idx="3" type="body"/>
          </p:nvPr>
        </p:nvSpPr>
        <p:spPr>
          <a:xfrm>
            <a:off x="1000350" y="2269750"/>
            <a:ext cx="35532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0" name="Google Shape;350;p49"/>
          <p:cNvSpPr/>
          <p:nvPr/>
        </p:nvSpPr>
        <p:spPr>
          <a:xfrm>
            <a:off x="566250" y="3005125"/>
            <a:ext cx="4166700" cy="761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9"/>
          <p:cNvSpPr txBox="1"/>
          <p:nvPr>
            <p:ph idx="4" type="body"/>
          </p:nvPr>
        </p:nvSpPr>
        <p:spPr>
          <a:xfrm>
            <a:off x="1000350" y="3083675"/>
            <a:ext cx="35532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2" name="Google Shape;352;p49"/>
          <p:cNvSpPr/>
          <p:nvPr/>
        </p:nvSpPr>
        <p:spPr>
          <a:xfrm>
            <a:off x="566250" y="3819050"/>
            <a:ext cx="4166700" cy="761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9"/>
          <p:cNvSpPr txBox="1"/>
          <p:nvPr>
            <p:ph idx="5" type="body"/>
          </p:nvPr>
        </p:nvSpPr>
        <p:spPr>
          <a:xfrm>
            <a:off x="1000350" y="3897600"/>
            <a:ext cx="35532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4" name="Google Shape;354;p49"/>
          <p:cNvSpPr txBox="1"/>
          <p:nvPr/>
        </p:nvSpPr>
        <p:spPr>
          <a:xfrm>
            <a:off x="580725" y="1648877"/>
            <a:ext cx="500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✓"/>
            </a:pPr>
            <a:r>
              <a:t/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49"/>
          <p:cNvSpPr txBox="1"/>
          <p:nvPr/>
        </p:nvSpPr>
        <p:spPr>
          <a:xfrm>
            <a:off x="580725" y="2462802"/>
            <a:ext cx="500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✓"/>
            </a:pPr>
            <a:r>
              <a:t/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6" name="Google Shape;356;p49"/>
          <p:cNvSpPr txBox="1"/>
          <p:nvPr/>
        </p:nvSpPr>
        <p:spPr>
          <a:xfrm>
            <a:off x="580725" y="3276727"/>
            <a:ext cx="500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✓"/>
            </a:pPr>
            <a:r>
              <a:t/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49"/>
          <p:cNvSpPr txBox="1"/>
          <p:nvPr/>
        </p:nvSpPr>
        <p:spPr>
          <a:xfrm>
            <a:off x="580725" y="4090652"/>
            <a:ext cx="500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✓"/>
            </a:pPr>
            <a:r>
              <a:t/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n image and 4 bullets 1">
  <p:cSld name="MAIN_POINT_1_2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0"/>
          <p:cNvSpPr/>
          <p:nvPr>
            <p:ph idx="2" type="pic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50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62" name="Google Shape;362;p50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50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n image  + text">
  <p:cSld name="MAIN_POINT_1_1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1"/>
          <p:cNvSpPr/>
          <p:nvPr/>
        </p:nvSpPr>
        <p:spPr>
          <a:xfrm>
            <a:off x="298825" y="2566200"/>
            <a:ext cx="8544600" cy="5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51"/>
          <p:cNvSpPr/>
          <p:nvPr>
            <p:ph idx="2" type="pic"/>
          </p:nvPr>
        </p:nvSpPr>
        <p:spPr>
          <a:xfrm>
            <a:off x="100" y="2624050"/>
            <a:ext cx="9144000" cy="25197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51"/>
          <p:cNvSpPr txBox="1"/>
          <p:nvPr>
            <p:ph type="title"/>
          </p:nvPr>
        </p:nvSpPr>
        <p:spPr>
          <a:xfrm>
            <a:off x="765725" y="445025"/>
            <a:ext cx="3586200" cy="17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68" name="Google Shape;368;p51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1"/>
          <p:cNvSpPr txBox="1"/>
          <p:nvPr>
            <p:ph idx="1" type="body"/>
          </p:nvPr>
        </p:nvSpPr>
        <p:spPr>
          <a:xfrm>
            <a:off x="4351650" y="445025"/>
            <a:ext cx="4226100" cy="20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0" name="Google Shape;370;p51"/>
          <p:cNvSpPr/>
          <p:nvPr/>
        </p:nvSpPr>
        <p:spPr>
          <a:xfrm>
            <a:off x="566250" y="445025"/>
            <a:ext cx="84600" cy="1077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a list 1">
  <p:cSld name="TITLE_AND_BODY_1_1_1_2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/>
          <p:nvPr/>
        </p:nvSpPr>
        <p:spPr>
          <a:xfrm>
            <a:off x="3322875" y="4474775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2"/>
          <p:cNvSpPr/>
          <p:nvPr/>
        </p:nvSpPr>
        <p:spPr>
          <a:xfrm>
            <a:off x="6079500" y="4474775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2"/>
          <p:cNvSpPr/>
          <p:nvPr/>
        </p:nvSpPr>
        <p:spPr>
          <a:xfrm>
            <a:off x="645900" y="4474800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76" name="Google Shape;376;p52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77" name="Google Shape;377;p52"/>
          <p:cNvGrpSpPr/>
          <p:nvPr/>
        </p:nvGrpSpPr>
        <p:grpSpPr>
          <a:xfrm>
            <a:off x="565200" y="1607413"/>
            <a:ext cx="2577600" cy="2867388"/>
            <a:chOff x="565200" y="1607413"/>
            <a:chExt cx="2577600" cy="2867388"/>
          </a:xfrm>
        </p:grpSpPr>
        <p:sp>
          <p:nvSpPr>
            <p:cNvPr id="378" name="Google Shape;378;p52"/>
            <p:cNvSpPr/>
            <p:nvPr/>
          </p:nvSpPr>
          <p:spPr>
            <a:xfrm>
              <a:off x="565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79" name="Google Shape;379;p52"/>
            <p:cNvSpPr/>
            <p:nvPr/>
          </p:nvSpPr>
          <p:spPr>
            <a:xfrm>
              <a:off x="1622250" y="1607413"/>
              <a:ext cx="463500" cy="463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3EAB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80" name="Google Shape;380;p52"/>
          <p:cNvGrpSpPr/>
          <p:nvPr/>
        </p:nvGrpSpPr>
        <p:grpSpPr>
          <a:xfrm>
            <a:off x="3283200" y="1607425"/>
            <a:ext cx="2577600" cy="2867375"/>
            <a:chOff x="3283200" y="1607425"/>
            <a:chExt cx="2577600" cy="2867375"/>
          </a:xfrm>
        </p:grpSpPr>
        <p:sp>
          <p:nvSpPr>
            <p:cNvPr id="381" name="Google Shape;381;p52"/>
            <p:cNvSpPr/>
            <p:nvPr/>
          </p:nvSpPr>
          <p:spPr>
            <a:xfrm>
              <a:off x="3283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82" name="Google Shape;382;p52"/>
            <p:cNvSpPr/>
            <p:nvPr/>
          </p:nvSpPr>
          <p:spPr>
            <a:xfrm>
              <a:off x="4340250" y="1607425"/>
              <a:ext cx="463500" cy="463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3EAB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83" name="Google Shape;383;p52"/>
          <p:cNvGrpSpPr/>
          <p:nvPr/>
        </p:nvGrpSpPr>
        <p:grpSpPr>
          <a:xfrm>
            <a:off x="6001200" y="1607425"/>
            <a:ext cx="2577600" cy="2867375"/>
            <a:chOff x="6001200" y="1607425"/>
            <a:chExt cx="2577600" cy="2867375"/>
          </a:xfrm>
        </p:grpSpPr>
        <p:sp>
          <p:nvSpPr>
            <p:cNvPr id="384" name="Google Shape;384;p52"/>
            <p:cNvSpPr/>
            <p:nvPr/>
          </p:nvSpPr>
          <p:spPr>
            <a:xfrm>
              <a:off x="6001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85" name="Google Shape;385;p52"/>
            <p:cNvSpPr/>
            <p:nvPr/>
          </p:nvSpPr>
          <p:spPr>
            <a:xfrm>
              <a:off x="7058250" y="1607425"/>
              <a:ext cx="463500" cy="463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3EAB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386" name="Google Shape;386;p52"/>
          <p:cNvSpPr txBox="1"/>
          <p:nvPr/>
        </p:nvSpPr>
        <p:spPr>
          <a:xfrm>
            <a:off x="1607350" y="1619450"/>
            <a:ext cx="4857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52"/>
          <p:cNvSpPr txBox="1"/>
          <p:nvPr/>
        </p:nvSpPr>
        <p:spPr>
          <a:xfrm>
            <a:off x="4329575" y="1619450"/>
            <a:ext cx="4857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52"/>
          <p:cNvSpPr txBox="1"/>
          <p:nvPr/>
        </p:nvSpPr>
        <p:spPr>
          <a:xfrm>
            <a:off x="7050950" y="1619450"/>
            <a:ext cx="4857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52"/>
          <p:cNvSpPr txBox="1"/>
          <p:nvPr>
            <p:ph idx="1" type="body"/>
          </p:nvPr>
        </p:nvSpPr>
        <p:spPr>
          <a:xfrm>
            <a:off x="7267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90" name="Google Shape;390;p52"/>
          <p:cNvSpPr txBox="1"/>
          <p:nvPr>
            <p:ph idx="2" type="body"/>
          </p:nvPr>
        </p:nvSpPr>
        <p:spPr>
          <a:xfrm>
            <a:off x="344130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91" name="Google Shape;391;p52"/>
          <p:cNvSpPr txBox="1"/>
          <p:nvPr>
            <p:ph idx="3" type="body"/>
          </p:nvPr>
        </p:nvSpPr>
        <p:spPr>
          <a:xfrm>
            <a:off x="61558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a list v2 1">
  <p:cSld name="TITLE_AND_BODY_1_1_1_1_2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3"/>
          <p:cNvSpPr/>
          <p:nvPr/>
        </p:nvSpPr>
        <p:spPr>
          <a:xfrm>
            <a:off x="3322875" y="4474775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3"/>
          <p:cNvSpPr/>
          <p:nvPr/>
        </p:nvSpPr>
        <p:spPr>
          <a:xfrm>
            <a:off x="6079500" y="4474775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3"/>
          <p:cNvSpPr/>
          <p:nvPr/>
        </p:nvSpPr>
        <p:spPr>
          <a:xfrm>
            <a:off x="645900" y="4474800"/>
            <a:ext cx="2418600" cy="9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53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9" name="Google Shape;399;p53"/>
          <p:cNvGrpSpPr/>
          <p:nvPr/>
        </p:nvGrpSpPr>
        <p:grpSpPr>
          <a:xfrm>
            <a:off x="565200" y="1608200"/>
            <a:ext cx="2577600" cy="2866600"/>
            <a:chOff x="565200" y="1608200"/>
            <a:chExt cx="2577600" cy="2866600"/>
          </a:xfrm>
        </p:grpSpPr>
        <p:sp>
          <p:nvSpPr>
            <p:cNvPr id="400" name="Google Shape;400;p53"/>
            <p:cNvSpPr/>
            <p:nvPr/>
          </p:nvSpPr>
          <p:spPr>
            <a:xfrm>
              <a:off x="565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1" name="Google Shape;401;p53"/>
            <p:cNvSpPr/>
            <p:nvPr/>
          </p:nvSpPr>
          <p:spPr>
            <a:xfrm>
              <a:off x="1561600" y="1608200"/>
              <a:ext cx="510600" cy="510600"/>
            </a:xfrm>
            <a:prstGeom prst="ellipse">
              <a:avLst/>
            </a:prstGeom>
            <a:solidFill>
              <a:srgbClr val="3E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02" name="Google Shape;402;p53"/>
          <p:cNvGrpSpPr/>
          <p:nvPr/>
        </p:nvGrpSpPr>
        <p:grpSpPr>
          <a:xfrm>
            <a:off x="3283200" y="1608200"/>
            <a:ext cx="2577600" cy="2866600"/>
            <a:chOff x="3283200" y="1608200"/>
            <a:chExt cx="2577600" cy="2866600"/>
          </a:xfrm>
        </p:grpSpPr>
        <p:sp>
          <p:nvSpPr>
            <p:cNvPr id="403" name="Google Shape;403;p53"/>
            <p:cNvSpPr/>
            <p:nvPr/>
          </p:nvSpPr>
          <p:spPr>
            <a:xfrm>
              <a:off x="3283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4" name="Google Shape;404;p53"/>
            <p:cNvSpPr/>
            <p:nvPr/>
          </p:nvSpPr>
          <p:spPr>
            <a:xfrm>
              <a:off x="4316700" y="1608200"/>
              <a:ext cx="510600" cy="510600"/>
            </a:xfrm>
            <a:prstGeom prst="ellipse">
              <a:avLst/>
            </a:prstGeom>
            <a:solidFill>
              <a:srgbClr val="3E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05" name="Google Shape;405;p53"/>
          <p:cNvGrpSpPr/>
          <p:nvPr/>
        </p:nvGrpSpPr>
        <p:grpSpPr>
          <a:xfrm>
            <a:off x="6001200" y="1608200"/>
            <a:ext cx="2577600" cy="2866600"/>
            <a:chOff x="6001200" y="1608200"/>
            <a:chExt cx="2577600" cy="2866600"/>
          </a:xfrm>
        </p:grpSpPr>
        <p:sp>
          <p:nvSpPr>
            <p:cNvPr id="406" name="Google Shape;406;p53"/>
            <p:cNvSpPr/>
            <p:nvPr/>
          </p:nvSpPr>
          <p:spPr>
            <a:xfrm>
              <a:off x="6001200" y="1839600"/>
              <a:ext cx="2577600" cy="2635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14325" rotWithShape="0" algn="bl" dir="5100000" dist="952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07" name="Google Shape;407;p53"/>
            <p:cNvSpPr/>
            <p:nvPr/>
          </p:nvSpPr>
          <p:spPr>
            <a:xfrm>
              <a:off x="7034700" y="1608200"/>
              <a:ext cx="510600" cy="510600"/>
            </a:xfrm>
            <a:prstGeom prst="ellipse">
              <a:avLst/>
            </a:prstGeom>
            <a:solidFill>
              <a:srgbClr val="3EAB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408" name="Google Shape;408;p53"/>
          <p:cNvSpPr txBox="1"/>
          <p:nvPr/>
        </p:nvSpPr>
        <p:spPr>
          <a:xfrm>
            <a:off x="1566300" y="1619450"/>
            <a:ext cx="513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p53"/>
          <p:cNvSpPr txBox="1"/>
          <p:nvPr/>
        </p:nvSpPr>
        <p:spPr>
          <a:xfrm>
            <a:off x="4322725" y="1619575"/>
            <a:ext cx="513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53"/>
          <p:cNvSpPr txBox="1"/>
          <p:nvPr/>
        </p:nvSpPr>
        <p:spPr>
          <a:xfrm>
            <a:off x="7064700" y="1619450"/>
            <a:ext cx="4797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1" name="Google Shape;411;p53"/>
          <p:cNvSpPr txBox="1"/>
          <p:nvPr>
            <p:ph idx="1" type="body"/>
          </p:nvPr>
        </p:nvSpPr>
        <p:spPr>
          <a:xfrm>
            <a:off x="7267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12" name="Google Shape;412;p53"/>
          <p:cNvSpPr txBox="1"/>
          <p:nvPr>
            <p:ph idx="2" type="body"/>
          </p:nvPr>
        </p:nvSpPr>
        <p:spPr>
          <a:xfrm>
            <a:off x="344130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13" name="Google Shape;413;p53"/>
          <p:cNvSpPr txBox="1"/>
          <p:nvPr>
            <p:ph idx="3" type="body"/>
          </p:nvPr>
        </p:nvSpPr>
        <p:spPr>
          <a:xfrm>
            <a:off x="6155850" y="2105225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1">
  <p:cSld name="TITLE_AND_BODY_1_2_2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4"/>
          <p:cNvSpPr/>
          <p:nvPr/>
        </p:nvSpPr>
        <p:spPr>
          <a:xfrm>
            <a:off x="569625" y="1377275"/>
            <a:ext cx="25755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4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7" name="Google Shape;417;p54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54"/>
          <p:cNvSpPr txBox="1"/>
          <p:nvPr>
            <p:ph idx="1" type="body"/>
          </p:nvPr>
        </p:nvSpPr>
        <p:spPr>
          <a:xfrm>
            <a:off x="812325" y="2376000"/>
            <a:ext cx="20901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19" name="Google Shape;419;p54"/>
          <p:cNvSpPr/>
          <p:nvPr/>
        </p:nvSpPr>
        <p:spPr>
          <a:xfrm>
            <a:off x="3287688" y="1377275"/>
            <a:ext cx="25755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4"/>
          <p:cNvSpPr/>
          <p:nvPr/>
        </p:nvSpPr>
        <p:spPr>
          <a:xfrm>
            <a:off x="6005751" y="1377275"/>
            <a:ext cx="25755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4"/>
          <p:cNvSpPr txBox="1"/>
          <p:nvPr>
            <p:ph idx="2" type="body"/>
          </p:nvPr>
        </p:nvSpPr>
        <p:spPr>
          <a:xfrm>
            <a:off x="3530400" y="2377558"/>
            <a:ext cx="20901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22" name="Google Shape;422;p54"/>
          <p:cNvSpPr txBox="1"/>
          <p:nvPr>
            <p:ph idx="3" type="body"/>
          </p:nvPr>
        </p:nvSpPr>
        <p:spPr>
          <a:xfrm>
            <a:off x="6239000" y="2377558"/>
            <a:ext cx="20901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23" name="Google Shape;423;p54"/>
          <p:cNvSpPr txBox="1"/>
          <p:nvPr>
            <p:ph idx="4" type="subTitle"/>
          </p:nvPr>
        </p:nvSpPr>
        <p:spPr>
          <a:xfrm>
            <a:off x="812325" y="1838850"/>
            <a:ext cx="20901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424" name="Google Shape;424;p54"/>
          <p:cNvSpPr txBox="1"/>
          <p:nvPr>
            <p:ph idx="5" type="subTitle"/>
          </p:nvPr>
        </p:nvSpPr>
        <p:spPr>
          <a:xfrm>
            <a:off x="3464688" y="1803600"/>
            <a:ext cx="22215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425" name="Google Shape;425;p54"/>
          <p:cNvSpPr txBox="1"/>
          <p:nvPr>
            <p:ph idx="6" type="subTitle"/>
          </p:nvPr>
        </p:nvSpPr>
        <p:spPr>
          <a:xfrm>
            <a:off x="6182738" y="1803600"/>
            <a:ext cx="22215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key metrics v1">
  <p:cSld name="TITLE_AND_BODY_1_2_3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5"/>
          <p:cNvSpPr/>
          <p:nvPr/>
        </p:nvSpPr>
        <p:spPr>
          <a:xfrm>
            <a:off x="569625" y="1377275"/>
            <a:ext cx="38442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55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55"/>
          <p:cNvSpPr txBox="1"/>
          <p:nvPr>
            <p:ph idx="1" type="body"/>
          </p:nvPr>
        </p:nvSpPr>
        <p:spPr>
          <a:xfrm>
            <a:off x="812325" y="2376000"/>
            <a:ext cx="33930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31" name="Google Shape;431;p55"/>
          <p:cNvSpPr txBox="1"/>
          <p:nvPr>
            <p:ph idx="2" type="subTitle"/>
          </p:nvPr>
        </p:nvSpPr>
        <p:spPr>
          <a:xfrm>
            <a:off x="812325" y="1838850"/>
            <a:ext cx="3393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432" name="Google Shape;432;p55"/>
          <p:cNvSpPr/>
          <p:nvPr/>
        </p:nvSpPr>
        <p:spPr>
          <a:xfrm>
            <a:off x="4733550" y="1377275"/>
            <a:ext cx="38442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5"/>
          <p:cNvSpPr txBox="1"/>
          <p:nvPr>
            <p:ph idx="3" type="body"/>
          </p:nvPr>
        </p:nvSpPr>
        <p:spPr>
          <a:xfrm>
            <a:off x="4976250" y="2376000"/>
            <a:ext cx="33930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34" name="Google Shape;434;p55"/>
          <p:cNvSpPr txBox="1"/>
          <p:nvPr>
            <p:ph idx="4" type="subTitle"/>
          </p:nvPr>
        </p:nvSpPr>
        <p:spPr>
          <a:xfrm>
            <a:off x="4976250" y="1838850"/>
            <a:ext cx="3393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Space Grotesk SemiBold"/>
              <a:buNone/>
              <a:defRPr sz="2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TITLE_AND_BODY_1_2_1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6"/>
          <p:cNvSpPr/>
          <p:nvPr/>
        </p:nvSpPr>
        <p:spPr>
          <a:xfrm rot="10800000">
            <a:off x="0" y="2566200"/>
            <a:ext cx="9144000" cy="257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6"/>
          <p:cNvSpPr/>
          <p:nvPr/>
        </p:nvSpPr>
        <p:spPr>
          <a:xfrm>
            <a:off x="569625" y="1377275"/>
            <a:ext cx="2575500" cy="287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9" name="Google Shape;439;p56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56"/>
          <p:cNvSpPr txBox="1"/>
          <p:nvPr>
            <p:ph idx="1" type="body"/>
          </p:nvPr>
        </p:nvSpPr>
        <p:spPr>
          <a:xfrm>
            <a:off x="821800" y="2449762"/>
            <a:ext cx="20901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41" name="Google Shape;441;p56"/>
          <p:cNvSpPr/>
          <p:nvPr/>
        </p:nvSpPr>
        <p:spPr>
          <a:xfrm>
            <a:off x="3287700" y="1377275"/>
            <a:ext cx="2575500" cy="287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6"/>
          <p:cNvSpPr/>
          <p:nvPr/>
        </p:nvSpPr>
        <p:spPr>
          <a:xfrm>
            <a:off x="6005750" y="1377275"/>
            <a:ext cx="2575500" cy="287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6"/>
          <p:cNvSpPr txBox="1"/>
          <p:nvPr>
            <p:ph idx="2" type="body"/>
          </p:nvPr>
        </p:nvSpPr>
        <p:spPr>
          <a:xfrm>
            <a:off x="3530388" y="2449762"/>
            <a:ext cx="20901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44" name="Google Shape;444;p56"/>
          <p:cNvSpPr txBox="1"/>
          <p:nvPr>
            <p:ph idx="3" type="body"/>
          </p:nvPr>
        </p:nvSpPr>
        <p:spPr>
          <a:xfrm>
            <a:off x="6238988" y="2449762"/>
            <a:ext cx="20901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45" name="Google Shape;445;p56"/>
          <p:cNvSpPr/>
          <p:nvPr/>
        </p:nvSpPr>
        <p:spPr>
          <a:xfrm>
            <a:off x="566250" y="1958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6" name="Google Shape;446;p56"/>
          <p:cNvSpPr/>
          <p:nvPr/>
        </p:nvSpPr>
        <p:spPr>
          <a:xfrm>
            <a:off x="3295463" y="1958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7" name="Google Shape;447;p56"/>
          <p:cNvSpPr/>
          <p:nvPr/>
        </p:nvSpPr>
        <p:spPr>
          <a:xfrm>
            <a:off x="6008788" y="1958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8" name="Google Shape;448;p56"/>
          <p:cNvSpPr txBox="1"/>
          <p:nvPr>
            <p:ph idx="4" type="subTitle"/>
          </p:nvPr>
        </p:nvSpPr>
        <p:spPr>
          <a:xfrm>
            <a:off x="821800" y="1937950"/>
            <a:ext cx="20901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"/>
              <a:buNone/>
              <a:defRPr b="1" sz="12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49" name="Google Shape;449;p56"/>
          <p:cNvSpPr txBox="1"/>
          <p:nvPr>
            <p:ph idx="5" type="subTitle"/>
          </p:nvPr>
        </p:nvSpPr>
        <p:spPr>
          <a:xfrm>
            <a:off x="3530388" y="1937950"/>
            <a:ext cx="20901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"/>
              <a:buNone/>
              <a:defRPr b="1" sz="12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50" name="Google Shape;450;p56"/>
          <p:cNvSpPr txBox="1"/>
          <p:nvPr>
            <p:ph idx="6" type="subTitle"/>
          </p:nvPr>
        </p:nvSpPr>
        <p:spPr>
          <a:xfrm>
            <a:off x="6238988" y="1937950"/>
            <a:ext cx="20901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"/>
              <a:buNone/>
              <a:defRPr b="1" sz="12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key metrics v2">
  <p:cSld name="TITLE_AND_BODY_1_2_1_3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7"/>
          <p:cNvSpPr/>
          <p:nvPr/>
        </p:nvSpPr>
        <p:spPr>
          <a:xfrm rot="10800000">
            <a:off x="0" y="2566200"/>
            <a:ext cx="9144000" cy="257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7"/>
          <p:cNvSpPr/>
          <p:nvPr/>
        </p:nvSpPr>
        <p:spPr>
          <a:xfrm>
            <a:off x="569625" y="1377275"/>
            <a:ext cx="3559800" cy="287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5" name="Google Shape;455;p57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821800" y="2449750"/>
            <a:ext cx="3099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57" name="Google Shape;457;p57"/>
          <p:cNvSpPr/>
          <p:nvPr/>
        </p:nvSpPr>
        <p:spPr>
          <a:xfrm>
            <a:off x="566250" y="1958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8" name="Google Shape;458;p57"/>
          <p:cNvSpPr txBox="1"/>
          <p:nvPr>
            <p:ph idx="2" type="subTitle"/>
          </p:nvPr>
        </p:nvSpPr>
        <p:spPr>
          <a:xfrm>
            <a:off x="821800" y="1937950"/>
            <a:ext cx="3099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"/>
              <a:buNone/>
              <a:defRPr b="1" sz="2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59" name="Google Shape;459;p57"/>
          <p:cNvSpPr/>
          <p:nvPr/>
        </p:nvSpPr>
        <p:spPr>
          <a:xfrm>
            <a:off x="5017950" y="1377275"/>
            <a:ext cx="3559800" cy="287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7"/>
          <p:cNvSpPr txBox="1"/>
          <p:nvPr>
            <p:ph idx="3" type="body"/>
          </p:nvPr>
        </p:nvSpPr>
        <p:spPr>
          <a:xfrm>
            <a:off x="5270125" y="2449750"/>
            <a:ext cx="3099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61" name="Google Shape;461;p57"/>
          <p:cNvSpPr/>
          <p:nvPr/>
        </p:nvSpPr>
        <p:spPr>
          <a:xfrm>
            <a:off x="5014575" y="1958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2" name="Google Shape;462;p57"/>
          <p:cNvSpPr txBox="1"/>
          <p:nvPr>
            <p:ph idx="4" type="subTitle"/>
          </p:nvPr>
        </p:nvSpPr>
        <p:spPr>
          <a:xfrm>
            <a:off x="5270125" y="1937950"/>
            <a:ext cx="3099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Space Grotesk"/>
              <a:buNone/>
              <a:defRPr b="1" sz="2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4">
  <p:cSld name="TITLE_AND_BODY_1_2_1_1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5" name="Google Shape;465;p58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58"/>
          <p:cNvSpPr txBox="1"/>
          <p:nvPr>
            <p:ph idx="1" type="body"/>
          </p:nvPr>
        </p:nvSpPr>
        <p:spPr>
          <a:xfrm>
            <a:off x="663050" y="2816837"/>
            <a:ext cx="20901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7" name="Google Shape;467;p58"/>
          <p:cNvSpPr txBox="1"/>
          <p:nvPr>
            <p:ph idx="2" type="body"/>
          </p:nvPr>
        </p:nvSpPr>
        <p:spPr>
          <a:xfrm>
            <a:off x="3526950" y="2816837"/>
            <a:ext cx="20901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8" name="Google Shape;468;p58"/>
          <p:cNvSpPr txBox="1"/>
          <p:nvPr>
            <p:ph idx="3" type="body"/>
          </p:nvPr>
        </p:nvSpPr>
        <p:spPr>
          <a:xfrm>
            <a:off x="6390850" y="2816837"/>
            <a:ext cx="20901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9" name="Google Shape;469;p58"/>
          <p:cNvSpPr txBox="1"/>
          <p:nvPr>
            <p:ph idx="4" type="subTitle"/>
          </p:nvPr>
        </p:nvSpPr>
        <p:spPr>
          <a:xfrm>
            <a:off x="1091900" y="18277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"/>
              <a:buNone/>
              <a:defRPr b="1" sz="1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70" name="Google Shape;470;p58"/>
          <p:cNvSpPr txBox="1"/>
          <p:nvPr>
            <p:ph idx="5" type="subTitle"/>
          </p:nvPr>
        </p:nvSpPr>
        <p:spPr>
          <a:xfrm>
            <a:off x="3955800" y="18277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"/>
              <a:buNone/>
              <a:defRPr b="1" sz="1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71" name="Google Shape;471;p58"/>
          <p:cNvSpPr txBox="1"/>
          <p:nvPr>
            <p:ph idx="6" type="subTitle"/>
          </p:nvPr>
        </p:nvSpPr>
        <p:spPr>
          <a:xfrm>
            <a:off x="6819700" y="18277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"/>
              <a:buNone/>
              <a:defRPr b="1" sz="1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"/>
              <a:buNone/>
              <a:defRPr b="1" sz="16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3">
  <p:cSld name="TITLE_AND_BODY_1_2_1_1_2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9"/>
          <p:cNvSpPr/>
          <p:nvPr/>
        </p:nvSpPr>
        <p:spPr>
          <a:xfrm>
            <a:off x="7549675" y="138175"/>
            <a:ext cx="1746600" cy="5157600"/>
          </a:xfrm>
          <a:prstGeom prst="rect">
            <a:avLst/>
          </a:prstGeom>
          <a:solidFill>
            <a:srgbClr val="3EABCA"/>
          </a:solidFill>
          <a:ln cap="flat" cmpd="sng" w="9525">
            <a:solidFill>
              <a:srgbClr val="3EAB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59"/>
          <p:cNvSpPr/>
          <p:nvPr/>
        </p:nvSpPr>
        <p:spPr>
          <a:xfrm>
            <a:off x="4836675" y="432300"/>
            <a:ext cx="4157400" cy="119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BAB90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59"/>
          <p:cNvSpPr txBox="1"/>
          <p:nvPr/>
        </p:nvSpPr>
        <p:spPr>
          <a:xfrm>
            <a:off x="4871963" y="2445113"/>
            <a:ext cx="4157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34D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Google Shape;476;p59"/>
          <p:cNvSpPr txBox="1"/>
          <p:nvPr>
            <p:ph idx="1" type="body"/>
          </p:nvPr>
        </p:nvSpPr>
        <p:spPr>
          <a:xfrm>
            <a:off x="4836675" y="753900"/>
            <a:ext cx="4157400" cy="7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7" name="Google Shape;477;p59"/>
          <p:cNvSpPr/>
          <p:nvPr/>
        </p:nvSpPr>
        <p:spPr>
          <a:xfrm>
            <a:off x="4849313" y="2123513"/>
            <a:ext cx="4157400" cy="119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EABCA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59"/>
          <p:cNvSpPr/>
          <p:nvPr/>
        </p:nvSpPr>
        <p:spPr>
          <a:xfrm>
            <a:off x="4835850" y="385830"/>
            <a:ext cx="729900" cy="48900"/>
          </a:xfrm>
          <a:prstGeom prst="rect">
            <a:avLst/>
          </a:prstGeom>
          <a:solidFill>
            <a:srgbClr val="6BAB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59"/>
          <p:cNvSpPr/>
          <p:nvPr/>
        </p:nvSpPr>
        <p:spPr>
          <a:xfrm>
            <a:off x="4844097" y="2074630"/>
            <a:ext cx="729900" cy="48900"/>
          </a:xfrm>
          <a:prstGeom prst="rect">
            <a:avLst/>
          </a:prstGeom>
          <a:solidFill>
            <a:srgbClr val="3EA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59"/>
          <p:cNvSpPr txBox="1"/>
          <p:nvPr>
            <p:ph type="title"/>
          </p:nvPr>
        </p:nvSpPr>
        <p:spPr>
          <a:xfrm>
            <a:off x="194525" y="2313175"/>
            <a:ext cx="34581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Space Grotesk SemiBold"/>
              <a:buNone/>
              <a:defRPr b="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81" name="Google Shape;481;p59"/>
          <p:cNvSpPr txBox="1"/>
          <p:nvPr>
            <p:ph idx="2" type="subTitle"/>
          </p:nvPr>
        </p:nvSpPr>
        <p:spPr>
          <a:xfrm>
            <a:off x="4834050" y="432300"/>
            <a:ext cx="4157400" cy="3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59"/>
          <p:cNvSpPr txBox="1"/>
          <p:nvPr>
            <p:ph idx="3" type="subTitle"/>
          </p:nvPr>
        </p:nvSpPr>
        <p:spPr>
          <a:xfrm>
            <a:off x="4849313" y="2123500"/>
            <a:ext cx="4157400" cy="3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59"/>
          <p:cNvSpPr txBox="1"/>
          <p:nvPr>
            <p:ph idx="4" type="body"/>
          </p:nvPr>
        </p:nvSpPr>
        <p:spPr>
          <a:xfrm>
            <a:off x="4849313" y="2445113"/>
            <a:ext cx="4157400" cy="7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4" name="Google Shape;484;p59"/>
          <p:cNvSpPr/>
          <p:nvPr/>
        </p:nvSpPr>
        <p:spPr>
          <a:xfrm>
            <a:off x="4849313" y="3814725"/>
            <a:ext cx="4157400" cy="119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9744D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6360000" dist="104775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" name="Google Shape;485;p59"/>
          <p:cNvSpPr/>
          <p:nvPr/>
        </p:nvSpPr>
        <p:spPr>
          <a:xfrm>
            <a:off x="4844097" y="3763430"/>
            <a:ext cx="729900" cy="48900"/>
          </a:xfrm>
          <a:prstGeom prst="rect">
            <a:avLst/>
          </a:prstGeom>
          <a:solidFill>
            <a:srgbClr val="F974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Google Shape;486;p59"/>
          <p:cNvSpPr txBox="1"/>
          <p:nvPr>
            <p:ph idx="5" type="subTitle"/>
          </p:nvPr>
        </p:nvSpPr>
        <p:spPr>
          <a:xfrm>
            <a:off x="4849313" y="3814750"/>
            <a:ext cx="4157400" cy="3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59"/>
          <p:cNvSpPr txBox="1"/>
          <p:nvPr>
            <p:ph idx="6" type="body"/>
          </p:nvPr>
        </p:nvSpPr>
        <p:spPr>
          <a:xfrm>
            <a:off x="4849313" y="4133875"/>
            <a:ext cx="4157400" cy="7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rows and headers">
  <p:cSld name="MAIN_POINT_2_1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/>
          <p:nvPr>
            <p:ph type="title"/>
          </p:nvPr>
        </p:nvSpPr>
        <p:spPr>
          <a:xfrm>
            <a:off x="566250" y="445025"/>
            <a:ext cx="7099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90" name="Google Shape;490;p60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1" name="Google Shape;491;p60"/>
          <p:cNvSpPr txBox="1"/>
          <p:nvPr>
            <p:ph idx="1" type="body"/>
          </p:nvPr>
        </p:nvSpPr>
        <p:spPr>
          <a:xfrm>
            <a:off x="3556273" y="2688525"/>
            <a:ext cx="4746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92" name="Google Shape;492;p60"/>
          <p:cNvSpPr txBox="1"/>
          <p:nvPr>
            <p:ph idx="2" type="body"/>
          </p:nvPr>
        </p:nvSpPr>
        <p:spPr>
          <a:xfrm>
            <a:off x="3556273" y="1389725"/>
            <a:ext cx="4746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93" name="Google Shape;493;p60"/>
          <p:cNvSpPr txBox="1"/>
          <p:nvPr>
            <p:ph idx="3" type="body"/>
          </p:nvPr>
        </p:nvSpPr>
        <p:spPr>
          <a:xfrm>
            <a:off x="3556273" y="3903738"/>
            <a:ext cx="4746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94" name="Google Shape;494;p60"/>
          <p:cNvSpPr txBox="1"/>
          <p:nvPr>
            <p:ph idx="4" type="subTitle"/>
          </p:nvPr>
        </p:nvSpPr>
        <p:spPr>
          <a:xfrm>
            <a:off x="566250" y="2688525"/>
            <a:ext cx="24780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495" name="Google Shape;495;p60"/>
          <p:cNvSpPr txBox="1"/>
          <p:nvPr>
            <p:ph idx="5" type="subTitle"/>
          </p:nvPr>
        </p:nvSpPr>
        <p:spPr>
          <a:xfrm>
            <a:off x="566250" y="1389725"/>
            <a:ext cx="24780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496" name="Google Shape;496;p60"/>
          <p:cNvSpPr txBox="1"/>
          <p:nvPr>
            <p:ph idx="6" type="subTitle"/>
          </p:nvPr>
        </p:nvSpPr>
        <p:spPr>
          <a:xfrm>
            <a:off x="566250" y="3903738"/>
            <a:ext cx="24780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headers">
  <p:cSld name="MAIN_POINT_2_1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1"/>
          <p:cNvSpPr/>
          <p:nvPr/>
        </p:nvSpPr>
        <p:spPr>
          <a:xfrm rot="10800000">
            <a:off x="670000" y="2622850"/>
            <a:ext cx="1371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9" name="Google Shape;499;p61"/>
          <p:cNvSpPr/>
          <p:nvPr/>
        </p:nvSpPr>
        <p:spPr>
          <a:xfrm rot="10800000">
            <a:off x="669925" y="3694275"/>
            <a:ext cx="144000" cy="68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0" name="Google Shape;500;p61"/>
          <p:cNvSpPr/>
          <p:nvPr/>
        </p:nvSpPr>
        <p:spPr>
          <a:xfrm rot="10800000">
            <a:off x="669925" y="1532825"/>
            <a:ext cx="144000" cy="68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1" name="Google Shape;501;p61"/>
          <p:cNvSpPr txBox="1"/>
          <p:nvPr>
            <p:ph type="title"/>
          </p:nvPr>
        </p:nvSpPr>
        <p:spPr>
          <a:xfrm>
            <a:off x="566250" y="445025"/>
            <a:ext cx="7099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2" name="Google Shape;502;p61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61"/>
          <p:cNvSpPr/>
          <p:nvPr/>
        </p:nvSpPr>
        <p:spPr>
          <a:xfrm>
            <a:off x="810450" y="1377275"/>
            <a:ext cx="6610800" cy="99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61"/>
          <p:cNvSpPr/>
          <p:nvPr/>
        </p:nvSpPr>
        <p:spPr>
          <a:xfrm>
            <a:off x="810450" y="2458000"/>
            <a:ext cx="6610800" cy="99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1"/>
          <p:cNvSpPr/>
          <p:nvPr/>
        </p:nvSpPr>
        <p:spPr>
          <a:xfrm>
            <a:off x="810450" y="3538725"/>
            <a:ext cx="6610800" cy="99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61"/>
          <p:cNvSpPr txBox="1"/>
          <p:nvPr>
            <p:ph idx="1" type="subTitle"/>
          </p:nvPr>
        </p:nvSpPr>
        <p:spPr>
          <a:xfrm>
            <a:off x="893850" y="2622850"/>
            <a:ext cx="6444000" cy="6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07" name="Google Shape;507;p61"/>
          <p:cNvSpPr txBox="1"/>
          <p:nvPr>
            <p:ph idx="2" type="subTitle"/>
          </p:nvPr>
        </p:nvSpPr>
        <p:spPr>
          <a:xfrm>
            <a:off x="893850" y="1542125"/>
            <a:ext cx="6444000" cy="6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08" name="Google Shape;508;p61"/>
          <p:cNvSpPr txBox="1"/>
          <p:nvPr>
            <p:ph idx="3" type="subTitle"/>
          </p:nvPr>
        </p:nvSpPr>
        <p:spPr>
          <a:xfrm>
            <a:off x="893850" y="3694275"/>
            <a:ext cx="6444000" cy="6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 1">
  <p:cSld name="TITLE_AND_BODY_1_1_1_1_1_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"/>
          <p:cNvSpPr/>
          <p:nvPr/>
        </p:nvSpPr>
        <p:spPr>
          <a:xfrm>
            <a:off x="645900" y="1479743"/>
            <a:ext cx="2418600" cy="3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1" name="Google Shape;511;p62"/>
          <p:cNvSpPr/>
          <p:nvPr/>
        </p:nvSpPr>
        <p:spPr>
          <a:xfrm>
            <a:off x="6079500" y="1479717"/>
            <a:ext cx="2418600" cy="3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2" name="Google Shape;512;p62"/>
          <p:cNvSpPr/>
          <p:nvPr/>
        </p:nvSpPr>
        <p:spPr>
          <a:xfrm>
            <a:off x="3358950" y="1479717"/>
            <a:ext cx="2418600" cy="3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3" name="Google Shape;513;p62"/>
          <p:cNvSpPr/>
          <p:nvPr/>
        </p:nvSpPr>
        <p:spPr>
          <a:xfrm>
            <a:off x="0" y="0"/>
            <a:ext cx="9144000" cy="7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4" name="Google Shape;514;p6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5" name="Google Shape;515;p62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62"/>
          <p:cNvSpPr txBox="1"/>
          <p:nvPr>
            <p:ph idx="1" type="body"/>
          </p:nvPr>
        </p:nvSpPr>
        <p:spPr>
          <a:xfrm>
            <a:off x="723450" y="1547526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17" name="Google Shape;517;p62"/>
          <p:cNvSpPr txBox="1"/>
          <p:nvPr>
            <p:ph idx="2" type="body"/>
          </p:nvPr>
        </p:nvSpPr>
        <p:spPr>
          <a:xfrm>
            <a:off x="6149550" y="1547526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18" name="Google Shape;518;p62"/>
          <p:cNvSpPr txBox="1"/>
          <p:nvPr>
            <p:ph idx="3" type="body"/>
          </p:nvPr>
        </p:nvSpPr>
        <p:spPr>
          <a:xfrm>
            <a:off x="3436500" y="1547526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v1">
  <p:cSld name="TITLE_AND_BODY_1_1_1_1_1_1_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/>
          <p:nvPr/>
        </p:nvSpPr>
        <p:spPr>
          <a:xfrm>
            <a:off x="0" y="0"/>
            <a:ext cx="9144000" cy="7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1" name="Google Shape;521;p6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63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63"/>
          <p:cNvSpPr txBox="1"/>
          <p:nvPr>
            <p:ph idx="1" type="body"/>
          </p:nvPr>
        </p:nvSpPr>
        <p:spPr>
          <a:xfrm>
            <a:off x="566250" y="1547526"/>
            <a:ext cx="15885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24" name="Google Shape;524;p63"/>
          <p:cNvSpPr txBox="1"/>
          <p:nvPr>
            <p:ph idx="2" type="body"/>
          </p:nvPr>
        </p:nvSpPr>
        <p:spPr>
          <a:xfrm>
            <a:off x="4413650" y="1547526"/>
            <a:ext cx="15885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25" name="Google Shape;525;p63"/>
          <p:cNvSpPr txBox="1"/>
          <p:nvPr>
            <p:ph idx="3" type="body"/>
          </p:nvPr>
        </p:nvSpPr>
        <p:spPr>
          <a:xfrm>
            <a:off x="2489950" y="1547526"/>
            <a:ext cx="15885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26" name="Google Shape;526;p63"/>
          <p:cNvSpPr txBox="1"/>
          <p:nvPr>
            <p:ph idx="4" type="body"/>
          </p:nvPr>
        </p:nvSpPr>
        <p:spPr>
          <a:xfrm>
            <a:off x="6337350" y="1547526"/>
            <a:ext cx="15885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 - o">
  <p:cSld name="TITLE_AND_BODY_2_1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4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9" name="Google Shape;529;p64"/>
          <p:cNvSpPr txBox="1"/>
          <p:nvPr>
            <p:ph idx="1" type="body"/>
          </p:nvPr>
        </p:nvSpPr>
        <p:spPr>
          <a:xfrm>
            <a:off x="659850" y="1904400"/>
            <a:ext cx="24447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30" name="Google Shape;530;p64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64"/>
          <p:cNvSpPr/>
          <p:nvPr/>
        </p:nvSpPr>
        <p:spPr>
          <a:xfrm>
            <a:off x="566250" y="137035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2" name="Google Shape;532;p64"/>
          <p:cNvSpPr/>
          <p:nvPr/>
        </p:nvSpPr>
        <p:spPr>
          <a:xfrm>
            <a:off x="566250" y="1738675"/>
            <a:ext cx="174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3" name="Google Shape;533;p64"/>
          <p:cNvSpPr txBox="1"/>
          <p:nvPr>
            <p:ph idx="2" type="subTitle"/>
          </p:nvPr>
        </p:nvSpPr>
        <p:spPr>
          <a:xfrm>
            <a:off x="688590" y="1367825"/>
            <a:ext cx="24156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34" name="Google Shape;534;p64"/>
          <p:cNvSpPr txBox="1"/>
          <p:nvPr>
            <p:ph idx="3" type="body"/>
          </p:nvPr>
        </p:nvSpPr>
        <p:spPr>
          <a:xfrm>
            <a:off x="3396450" y="1904400"/>
            <a:ext cx="24447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35" name="Google Shape;535;p64"/>
          <p:cNvSpPr/>
          <p:nvPr/>
        </p:nvSpPr>
        <p:spPr>
          <a:xfrm>
            <a:off x="3302850" y="137035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6" name="Google Shape;536;p64"/>
          <p:cNvSpPr/>
          <p:nvPr/>
        </p:nvSpPr>
        <p:spPr>
          <a:xfrm>
            <a:off x="3302850" y="1738675"/>
            <a:ext cx="174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7" name="Google Shape;537;p64"/>
          <p:cNvSpPr txBox="1"/>
          <p:nvPr>
            <p:ph idx="4" type="subTitle"/>
          </p:nvPr>
        </p:nvSpPr>
        <p:spPr>
          <a:xfrm>
            <a:off x="3425190" y="1367825"/>
            <a:ext cx="24156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38" name="Google Shape;538;p64"/>
          <p:cNvSpPr txBox="1"/>
          <p:nvPr>
            <p:ph idx="5" type="body"/>
          </p:nvPr>
        </p:nvSpPr>
        <p:spPr>
          <a:xfrm>
            <a:off x="6133050" y="1904400"/>
            <a:ext cx="24447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39" name="Google Shape;539;p64"/>
          <p:cNvSpPr/>
          <p:nvPr/>
        </p:nvSpPr>
        <p:spPr>
          <a:xfrm>
            <a:off x="6039450" y="137035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0" name="Google Shape;540;p64"/>
          <p:cNvSpPr/>
          <p:nvPr/>
        </p:nvSpPr>
        <p:spPr>
          <a:xfrm>
            <a:off x="6039450" y="1738675"/>
            <a:ext cx="174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1" name="Google Shape;541;p64"/>
          <p:cNvSpPr txBox="1"/>
          <p:nvPr>
            <p:ph idx="6" type="subTitle"/>
          </p:nvPr>
        </p:nvSpPr>
        <p:spPr>
          <a:xfrm>
            <a:off x="6161790" y="1367825"/>
            <a:ext cx="24156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 - o">
  <p:cSld name="TITLE_AND_BODY_1_3_2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4" name="Google Shape;544;p65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65"/>
          <p:cNvSpPr txBox="1"/>
          <p:nvPr>
            <p:ph idx="1" type="body"/>
          </p:nvPr>
        </p:nvSpPr>
        <p:spPr>
          <a:xfrm>
            <a:off x="642375" y="2008800"/>
            <a:ext cx="2546400" cy="24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46" name="Google Shape;546;p65"/>
          <p:cNvSpPr/>
          <p:nvPr/>
        </p:nvSpPr>
        <p:spPr>
          <a:xfrm>
            <a:off x="566250" y="145440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65"/>
          <p:cNvSpPr txBox="1"/>
          <p:nvPr>
            <p:ph idx="2" type="subTitle"/>
          </p:nvPr>
        </p:nvSpPr>
        <p:spPr>
          <a:xfrm>
            <a:off x="642375" y="1434000"/>
            <a:ext cx="2415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48" name="Google Shape;548;p65"/>
          <p:cNvSpPr txBox="1"/>
          <p:nvPr>
            <p:ph idx="3" type="body"/>
          </p:nvPr>
        </p:nvSpPr>
        <p:spPr>
          <a:xfrm>
            <a:off x="3330200" y="2008800"/>
            <a:ext cx="2546400" cy="24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49" name="Google Shape;549;p65"/>
          <p:cNvSpPr/>
          <p:nvPr/>
        </p:nvSpPr>
        <p:spPr>
          <a:xfrm>
            <a:off x="3254063" y="145440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5"/>
          <p:cNvSpPr txBox="1"/>
          <p:nvPr>
            <p:ph idx="4" type="subTitle"/>
          </p:nvPr>
        </p:nvSpPr>
        <p:spPr>
          <a:xfrm>
            <a:off x="3330200" y="1434000"/>
            <a:ext cx="2415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51" name="Google Shape;551;p65"/>
          <p:cNvSpPr txBox="1"/>
          <p:nvPr>
            <p:ph idx="5" type="body"/>
          </p:nvPr>
        </p:nvSpPr>
        <p:spPr>
          <a:xfrm>
            <a:off x="6018025" y="2008800"/>
            <a:ext cx="2546400" cy="24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52" name="Google Shape;552;p65"/>
          <p:cNvSpPr/>
          <p:nvPr/>
        </p:nvSpPr>
        <p:spPr>
          <a:xfrm>
            <a:off x="5941888" y="145440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5"/>
          <p:cNvSpPr txBox="1"/>
          <p:nvPr>
            <p:ph idx="6" type="subTitle"/>
          </p:nvPr>
        </p:nvSpPr>
        <p:spPr>
          <a:xfrm>
            <a:off x="6018025" y="1434000"/>
            <a:ext cx="2415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>
  <p:cSld name="CUSTOM_25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6"/>
          <p:cNvSpPr txBox="1"/>
          <p:nvPr>
            <p:ph type="title"/>
          </p:nvPr>
        </p:nvSpPr>
        <p:spPr>
          <a:xfrm>
            <a:off x="566250" y="445025"/>
            <a:ext cx="8011500" cy="4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6" name="Google Shape;556;p66"/>
          <p:cNvSpPr txBox="1"/>
          <p:nvPr>
            <p:ph idx="1" type="subTitle"/>
          </p:nvPr>
        </p:nvSpPr>
        <p:spPr>
          <a:xfrm>
            <a:off x="566250" y="1380866"/>
            <a:ext cx="27075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7" name="Google Shape;557;p66"/>
          <p:cNvSpPr txBox="1"/>
          <p:nvPr>
            <p:ph idx="2" type="body"/>
          </p:nvPr>
        </p:nvSpPr>
        <p:spPr>
          <a:xfrm>
            <a:off x="3437550" y="1380875"/>
            <a:ext cx="5140200" cy="8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58" name="Google Shape;558;p66"/>
          <p:cNvSpPr txBox="1"/>
          <p:nvPr>
            <p:ph idx="3" type="subTitle"/>
          </p:nvPr>
        </p:nvSpPr>
        <p:spPr>
          <a:xfrm>
            <a:off x="566250" y="3762275"/>
            <a:ext cx="27075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9" name="Google Shape;559;p66"/>
          <p:cNvSpPr txBox="1"/>
          <p:nvPr>
            <p:ph idx="4" type="body"/>
          </p:nvPr>
        </p:nvSpPr>
        <p:spPr>
          <a:xfrm>
            <a:off x="3437550" y="3762275"/>
            <a:ext cx="5140200" cy="8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60" name="Google Shape;560;p66"/>
          <p:cNvSpPr txBox="1"/>
          <p:nvPr>
            <p:ph idx="5" type="subTitle"/>
          </p:nvPr>
        </p:nvSpPr>
        <p:spPr>
          <a:xfrm>
            <a:off x="566250" y="2571575"/>
            <a:ext cx="27075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1" name="Google Shape;561;p66"/>
          <p:cNvSpPr txBox="1"/>
          <p:nvPr>
            <p:ph idx="6" type="body"/>
          </p:nvPr>
        </p:nvSpPr>
        <p:spPr>
          <a:xfrm>
            <a:off x="3437550" y="2571575"/>
            <a:ext cx="5140200" cy="8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>
  <p:cSld name="CUSTOM_1_1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7"/>
          <p:cNvSpPr txBox="1"/>
          <p:nvPr>
            <p:ph type="title"/>
          </p:nvPr>
        </p:nvSpPr>
        <p:spPr>
          <a:xfrm>
            <a:off x="297025" y="445025"/>
            <a:ext cx="8555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64" name="Google Shape;564;p67"/>
          <p:cNvSpPr txBox="1"/>
          <p:nvPr>
            <p:ph idx="1" type="subTitle"/>
          </p:nvPr>
        </p:nvSpPr>
        <p:spPr>
          <a:xfrm>
            <a:off x="297025" y="1104925"/>
            <a:ext cx="27075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5" name="Google Shape;565;p67"/>
          <p:cNvSpPr txBox="1"/>
          <p:nvPr>
            <p:ph idx="2" type="body"/>
          </p:nvPr>
        </p:nvSpPr>
        <p:spPr>
          <a:xfrm>
            <a:off x="297025" y="1599000"/>
            <a:ext cx="2707500" cy="13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66" name="Google Shape;566;p67"/>
          <p:cNvSpPr txBox="1"/>
          <p:nvPr>
            <p:ph idx="3" type="subTitle"/>
          </p:nvPr>
        </p:nvSpPr>
        <p:spPr>
          <a:xfrm>
            <a:off x="6145050" y="1104925"/>
            <a:ext cx="27075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7" name="Google Shape;567;p67"/>
          <p:cNvSpPr txBox="1"/>
          <p:nvPr>
            <p:ph idx="4" type="body"/>
          </p:nvPr>
        </p:nvSpPr>
        <p:spPr>
          <a:xfrm>
            <a:off x="6145050" y="1599000"/>
            <a:ext cx="2707500" cy="13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68" name="Google Shape;568;p67"/>
          <p:cNvSpPr txBox="1"/>
          <p:nvPr>
            <p:ph idx="5" type="subTitle"/>
          </p:nvPr>
        </p:nvSpPr>
        <p:spPr>
          <a:xfrm>
            <a:off x="3221038" y="1104925"/>
            <a:ext cx="2707500" cy="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b="1"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9" name="Google Shape;569;p67"/>
          <p:cNvSpPr txBox="1"/>
          <p:nvPr>
            <p:ph idx="6" type="body"/>
          </p:nvPr>
        </p:nvSpPr>
        <p:spPr>
          <a:xfrm>
            <a:off x="3221038" y="1599000"/>
            <a:ext cx="2707500" cy="13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TITLE_AND_BODY_1_1_2_1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8"/>
          <p:cNvSpPr/>
          <p:nvPr/>
        </p:nvSpPr>
        <p:spPr>
          <a:xfrm flipH="1">
            <a:off x="3276925" y="1421275"/>
            <a:ext cx="27900" cy="261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8"/>
          <p:cNvSpPr/>
          <p:nvPr/>
        </p:nvSpPr>
        <p:spPr>
          <a:xfrm flipH="1">
            <a:off x="6005675" y="1421275"/>
            <a:ext cx="27900" cy="261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68"/>
          <p:cNvSpPr/>
          <p:nvPr/>
        </p:nvSpPr>
        <p:spPr>
          <a:xfrm flipH="1">
            <a:off x="548108" y="1421275"/>
            <a:ext cx="27900" cy="261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6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5" name="Google Shape;575;p68"/>
          <p:cNvSpPr txBox="1"/>
          <p:nvPr>
            <p:ph idx="12" type="sldNum"/>
          </p:nvPr>
        </p:nvSpPr>
        <p:spPr>
          <a:xfrm>
            <a:off x="8029045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68"/>
          <p:cNvSpPr txBox="1"/>
          <p:nvPr>
            <p:ph idx="1" type="subTitle"/>
          </p:nvPr>
        </p:nvSpPr>
        <p:spPr>
          <a:xfrm>
            <a:off x="699750" y="1354460"/>
            <a:ext cx="22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77" name="Google Shape;577;p68"/>
          <p:cNvSpPr txBox="1"/>
          <p:nvPr>
            <p:ph idx="2" type="subTitle"/>
          </p:nvPr>
        </p:nvSpPr>
        <p:spPr>
          <a:xfrm>
            <a:off x="3428483" y="1354460"/>
            <a:ext cx="22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78" name="Google Shape;578;p68"/>
          <p:cNvSpPr txBox="1"/>
          <p:nvPr>
            <p:ph idx="3" type="subTitle"/>
          </p:nvPr>
        </p:nvSpPr>
        <p:spPr>
          <a:xfrm>
            <a:off x="6157229" y="1354460"/>
            <a:ext cx="22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79" name="Google Shape;579;p68"/>
          <p:cNvSpPr txBox="1"/>
          <p:nvPr>
            <p:ph idx="4" type="body"/>
          </p:nvPr>
        </p:nvSpPr>
        <p:spPr>
          <a:xfrm>
            <a:off x="699750" y="1925400"/>
            <a:ext cx="22089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80" name="Google Shape;580;p68"/>
          <p:cNvSpPr txBox="1"/>
          <p:nvPr>
            <p:ph idx="5" type="body"/>
          </p:nvPr>
        </p:nvSpPr>
        <p:spPr>
          <a:xfrm>
            <a:off x="3428483" y="1925400"/>
            <a:ext cx="22089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81" name="Google Shape;581;p68"/>
          <p:cNvSpPr txBox="1"/>
          <p:nvPr>
            <p:ph idx="6" type="body"/>
          </p:nvPr>
        </p:nvSpPr>
        <p:spPr>
          <a:xfrm>
            <a:off x="6157229" y="1925400"/>
            <a:ext cx="22089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MAIN_POINT_2_2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9"/>
          <p:cNvSpPr txBox="1"/>
          <p:nvPr>
            <p:ph type="title"/>
          </p:nvPr>
        </p:nvSpPr>
        <p:spPr>
          <a:xfrm>
            <a:off x="566250" y="445025"/>
            <a:ext cx="7099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84" name="Google Shape;584;p69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5" name="Google Shape;585;p69"/>
          <p:cNvSpPr txBox="1"/>
          <p:nvPr>
            <p:ph idx="1" type="body"/>
          </p:nvPr>
        </p:nvSpPr>
        <p:spPr>
          <a:xfrm>
            <a:off x="2691088" y="2624400"/>
            <a:ext cx="4383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86" name="Google Shape;586;p69"/>
          <p:cNvSpPr txBox="1"/>
          <p:nvPr>
            <p:ph idx="2" type="body"/>
          </p:nvPr>
        </p:nvSpPr>
        <p:spPr>
          <a:xfrm>
            <a:off x="2691088" y="1540800"/>
            <a:ext cx="4383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87" name="Google Shape;587;p69"/>
          <p:cNvSpPr txBox="1"/>
          <p:nvPr>
            <p:ph idx="3" type="body"/>
          </p:nvPr>
        </p:nvSpPr>
        <p:spPr>
          <a:xfrm>
            <a:off x="2691088" y="3703575"/>
            <a:ext cx="4383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588" name="Google Shape;588;p69"/>
          <p:cNvCxnSpPr/>
          <p:nvPr/>
        </p:nvCxnSpPr>
        <p:spPr>
          <a:xfrm>
            <a:off x="2366100" y="1384225"/>
            <a:ext cx="0" cy="3211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9" name="Google Shape;589;p69"/>
          <p:cNvSpPr/>
          <p:nvPr/>
        </p:nvSpPr>
        <p:spPr>
          <a:xfrm>
            <a:off x="2289750" y="1650775"/>
            <a:ext cx="152700" cy="15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9"/>
          <p:cNvSpPr/>
          <p:nvPr/>
        </p:nvSpPr>
        <p:spPr>
          <a:xfrm>
            <a:off x="2289750" y="2737600"/>
            <a:ext cx="152700" cy="15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69"/>
          <p:cNvSpPr/>
          <p:nvPr/>
        </p:nvSpPr>
        <p:spPr>
          <a:xfrm>
            <a:off x="2289750" y="3824425"/>
            <a:ext cx="152700" cy="152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9"/>
          <p:cNvSpPr txBox="1"/>
          <p:nvPr>
            <p:ph idx="4" type="subTitle"/>
          </p:nvPr>
        </p:nvSpPr>
        <p:spPr>
          <a:xfrm>
            <a:off x="313400" y="2645150"/>
            <a:ext cx="18867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93" name="Google Shape;593;p69"/>
          <p:cNvSpPr txBox="1"/>
          <p:nvPr>
            <p:ph idx="5" type="subTitle"/>
          </p:nvPr>
        </p:nvSpPr>
        <p:spPr>
          <a:xfrm>
            <a:off x="313400" y="1540800"/>
            <a:ext cx="18867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594" name="Google Shape;594;p69"/>
          <p:cNvSpPr txBox="1"/>
          <p:nvPr>
            <p:ph idx="6" type="subTitle"/>
          </p:nvPr>
        </p:nvSpPr>
        <p:spPr>
          <a:xfrm>
            <a:off x="313400" y="3736525"/>
            <a:ext cx="18867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MAIN_POINT_2_2_2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0"/>
          <p:cNvSpPr txBox="1"/>
          <p:nvPr>
            <p:ph type="title"/>
          </p:nvPr>
        </p:nvSpPr>
        <p:spPr>
          <a:xfrm>
            <a:off x="566250" y="445025"/>
            <a:ext cx="7099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97" name="Google Shape;597;p70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70"/>
          <p:cNvSpPr txBox="1"/>
          <p:nvPr>
            <p:ph idx="1" type="body"/>
          </p:nvPr>
        </p:nvSpPr>
        <p:spPr>
          <a:xfrm>
            <a:off x="2691100" y="1237550"/>
            <a:ext cx="43839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99" name="Google Shape;599;p70"/>
          <p:cNvSpPr txBox="1"/>
          <p:nvPr>
            <p:ph idx="2" type="body"/>
          </p:nvPr>
        </p:nvSpPr>
        <p:spPr>
          <a:xfrm>
            <a:off x="2691100" y="2225625"/>
            <a:ext cx="4383900" cy="7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00" name="Google Shape;600;p70"/>
          <p:cNvSpPr txBox="1"/>
          <p:nvPr>
            <p:ph idx="3" type="body"/>
          </p:nvPr>
        </p:nvSpPr>
        <p:spPr>
          <a:xfrm>
            <a:off x="2691088" y="3297425"/>
            <a:ext cx="4383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601" name="Google Shape;601;p70"/>
          <p:cNvCxnSpPr/>
          <p:nvPr/>
        </p:nvCxnSpPr>
        <p:spPr>
          <a:xfrm>
            <a:off x="2366100" y="1266800"/>
            <a:ext cx="0" cy="3606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2" name="Google Shape;602;p70"/>
          <p:cNvSpPr/>
          <p:nvPr/>
        </p:nvSpPr>
        <p:spPr>
          <a:xfrm>
            <a:off x="2289750" y="1492850"/>
            <a:ext cx="152700" cy="15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70"/>
          <p:cNvSpPr/>
          <p:nvPr/>
        </p:nvSpPr>
        <p:spPr>
          <a:xfrm>
            <a:off x="2289750" y="2500275"/>
            <a:ext cx="152700" cy="15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0"/>
          <p:cNvSpPr/>
          <p:nvPr/>
        </p:nvSpPr>
        <p:spPr>
          <a:xfrm>
            <a:off x="2289750" y="3544525"/>
            <a:ext cx="152700" cy="152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70"/>
          <p:cNvSpPr txBox="1"/>
          <p:nvPr>
            <p:ph idx="4" type="subTitle"/>
          </p:nvPr>
        </p:nvSpPr>
        <p:spPr>
          <a:xfrm>
            <a:off x="203925" y="1404950"/>
            <a:ext cx="19959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06" name="Google Shape;606;p70"/>
          <p:cNvSpPr txBox="1"/>
          <p:nvPr>
            <p:ph idx="5" type="subTitle"/>
          </p:nvPr>
        </p:nvSpPr>
        <p:spPr>
          <a:xfrm>
            <a:off x="203925" y="2412375"/>
            <a:ext cx="19959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07" name="Google Shape;607;p70"/>
          <p:cNvSpPr txBox="1"/>
          <p:nvPr>
            <p:ph idx="6" type="subTitle"/>
          </p:nvPr>
        </p:nvSpPr>
        <p:spPr>
          <a:xfrm>
            <a:off x="203925" y="3456625"/>
            <a:ext cx="19959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08" name="Google Shape;608;p70"/>
          <p:cNvSpPr/>
          <p:nvPr/>
        </p:nvSpPr>
        <p:spPr>
          <a:xfrm>
            <a:off x="2289750" y="4329313"/>
            <a:ext cx="152700" cy="152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70"/>
          <p:cNvSpPr txBox="1"/>
          <p:nvPr>
            <p:ph idx="7" type="body"/>
          </p:nvPr>
        </p:nvSpPr>
        <p:spPr>
          <a:xfrm>
            <a:off x="2691088" y="4065025"/>
            <a:ext cx="4383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10" name="Google Shape;610;p70"/>
          <p:cNvSpPr txBox="1"/>
          <p:nvPr>
            <p:ph idx="8" type="subTitle"/>
          </p:nvPr>
        </p:nvSpPr>
        <p:spPr>
          <a:xfrm>
            <a:off x="203925" y="4232425"/>
            <a:ext cx="19959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MAIN_POINT_2_2_1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1"/>
          <p:cNvSpPr txBox="1"/>
          <p:nvPr>
            <p:ph type="title"/>
          </p:nvPr>
        </p:nvSpPr>
        <p:spPr>
          <a:xfrm>
            <a:off x="566250" y="445025"/>
            <a:ext cx="7099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13" name="Google Shape;613;p71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p71"/>
          <p:cNvSpPr txBox="1"/>
          <p:nvPr>
            <p:ph idx="1" type="body"/>
          </p:nvPr>
        </p:nvSpPr>
        <p:spPr>
          <a:xfrm>
            <a:off x="607550" y="1871725"/>
            <a:ext cx="1722000" cy="12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15" name="Google Shape;615;p71"/>
          <p:cNvCxnSpPr/>
          <p:nvPr/>
        </p:nvCxnSpPr>
        <p:spPr>
          <a:xfrm>
            <a:off x="567850" y="3366550"/>
            <a:ext cx="8012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6" name="Google Shape;616;p71"/>
          <p:cNvSpPr/>
          <p:nvPr/>
        </p:nvSpPr>
        <p:spPr>
          <a:xfrm>
            <a:off x="4495650" y="3290200"/>
            <a:ext cx="152700" cy="15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71"/>
          <p:cNvSpPr/>
          <p:nvPr/>
        </p:nvSpPr>
        <p:spPr>
          <a:xfrm>
            <a:off x="1392200" y="3290200"/>
            <a:ext cx="152700" cy="15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71"/>
          <p:cNvSpPr/>
          <p:nvPr/>
        </p:nvSpPr>
        <p:spPr>
          <a:xfrm>
            <a:off x="7599100" y="3317625"/>
            <a:ext cx="152700" cy="152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71"/>
          <p:cNvSpPr txBox="1"/>
          <p:nvPr>
            <p:ph idx="2" type="body"/>
          </p:nvPr>
        </p:nvSpPr>
        <p:spPr>
          <a:xfrm>
            <a:off x="3711000" y="1871725"/>
            <a:ext cx="1722000" cy="12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0" name="Google Shape;620;p71"/>
          <p:cNvSpPr txBox="1"/>
          <p:nvPr>
            <p:ph idx="3" type="body"/>
          </p:nvPr>
        </p:nvSpPr>
        <p:spPr>
          <a:xfrm>
            <a:off x="6814450" y="1871725"/>
            <a:ext cx="1722000" cy="12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1" name="Google Shape;621;p71"/>
          <p:cNvSpPr txBox="1"/>
          <p:nvPr>
            <p:ph idx="4" type="subTitle"/>
          </p:nvPr>
        </p:nvSpPr>
        <p:spPr>
          <a:xfrm>
            <a:off x="258100" y="3623450"/>
            <a:ext cx="24210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22" name="Google Shape;622;p71"/>
          <p:cNvSpPr txBox="1"/>
          <p:nvPr>
            <p:ph idx="5" type="subTitle"/>
          </p:nvPr>
        </p:nvSpPr>
        <p:spPr>
          <a:xfrm>
            <a:off x="3361498" y="3623450"/>
            <a:ext cx="24210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23" name="Google Shape;623;p71"/>
          <p:cNvSpPr txBox="1"/>
          <p:nvPr>
            <p:ph idx="6" type="subTitle"/>
          </p:nvPr>
        </p:nvSpPr>
        <p:spPr>
          <a:xfrm>
            <a:off x="6464948" y="3623450"/>
            <a:ext cx="24210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">
  <p:cSld name="TITLE_AND_BODY_1_2_2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2"/>
          <p:cNvSpPr/>
          <p:nvPr/>
        </p:nvSpPr>
        <p:spPr>
          <a:xfrm>
            <a:off x="569625" y="1377275"/>
            <a:ext cx="18879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7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7" name="Google Shape;627;p72"/>
          <p:cNvSpPr txBox="1"/>
          <p:nvPr>
            <p:ph idx="1" type="body"/>
          </p:nvPr>
        </p:nvSpPr>
        <p:spPr>
          <a:xfrm>
            <a:off x="762316" y="3255732"/>
            <a:ext cx="15024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28" name="Google Shape;628;p72"/>
          <p:cNvSpPr/>
          <p:nvPr>
            <p:ph idx="2" type="pic"/>
          </p:nvPr>
        </p:nvSpPr>
        <p:spPr>
          <a:xfrm>
            <a:off x="827900" y="1733750"/>
            <a:ext cx="572700" cy="5727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72"/>
          <p:cNvSpPr/>
          <p:nvPr/>
        </p:nvSpPr>
        <p:spPr>
          <a:xfrm>
            <a:off x="2610859" y="1377275"/>
            <a:ext cx="18879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72"/>
          <p:cNvSpPr txBox="1"/>
          <p:nvPr>
            <p:ph idx="3" type="body"/>
          </p:nvPr>
        </p:nvSpPr>
        <p:spPr>
          <a:xfrm>
            <a:off x="2803549" y="3255732"/>
            <a:ext cx="15024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31" name="Google Shape;631;p72"/>
          <p:cNvSpPr/>
          <p:nvPr/>
        </p:nvSpPr>
        <p:spPr>
          <a:xfrm>
            <a:off x="4652092" y="1377275"/>
            <a:ext cx="18879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72"/>
          <p:cNvSpPr txBox="1"/>
          <p:nvPr>
            <p:ph idx="4" type="body"/>
          </p:nvPr>
        </p:nvSpPr>
        <p:spPr>
          <a:xfrm>
            <a:off x="4844783" y="3255732"/>
            <a:ext cx="15024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33" name="Google Shape;633;p72"/>
          <p:cNvSpPr/>
          <p:nvPr/>
        </p:nvSpPr>
        <p:spPr>
          <a:xfrm>
            <a:off x="6693326" y="1377275"/>
            <a:ext cx="18879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72"/>
          <p:cNvSpPr txBox="1"/>
          <p:nvPr>
            <p:ph idx="5" type="body"/>
          </p:nvPr>
        </p:nvSpPr>
        <p:spPr>
          <a:xfrm>
            <a:off x="6886016" y="3255732"/>
            <a:ext cx="15024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35" name="Google Shape;635;p72"/>
          <p:cNvSpPr/>
          <p:nvPr>
            <p:ph idx="6" type="pic"/>
          </p:nvPr>
        </p:nvSpPr>
        <p:spPr>
          <a:xfrm>
            <a:off x="2885550" y="1733750"/>
            <a:ext cx="572700" cy="572700"/>
          </a:xfrm>
          <a:prstGeom prst="rect">
            <a:avLst/>
          </a:prstGeom>
          <a:noFill/>
          <a:ln>
            <a:noFill/>
          </a:ln>
        </p:spPr>
      </p:sp>
      <p:sp>
        <p:nvSpPr>
          <p:cNvPr id="636" name="Google Shape;636;p72"/>
          <p:cNvSpPr/>
          <p:nvPr>
            <p:ph idx="7" type="pic"/>
          </p:nvPr>
        </p:nvSpPr>
        <p:spPr>
          <a:xfrm>
            <a:off x="4906575" y="1733750"/>
            <a:ext cx="572700" cy="5727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72"/>
          <p:cNvSpPr/>
          <p:nvPr>
            <p:ph idx="8" type="pic"/>
          </p:nvPr>
        </p:nvSpPr>
        <p:spPr>
          <a:xfrm>
            <a:off x="6927600" y="1733750"/>
            <a:ext cx="572700" cy="5727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72"/>
          <p:cNvSpPr txBox="1"/>
          <p:nvPr>
            <p:ph idx="9" type="subTitle"/>
          </p:nvPr>
        </p:nvSpPr>
        <p:spPr>
          <a:xfrm>
            <a:off x="762316" y="2673475"/>
            <a:ext cx="15024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39" name="Google Shape;639;p72"/>
          <p:cNvSpPr txBox="1"/>
          <p:nvPr>
            <p:ph idx="13" type="subTitle"/>
          </p:nvPr>
        </p:nvSpPr>
        <p:spPr>
          <a:xfrm>
            <a:off x="2803549" y="2673475"/>
            <a:ext cx="15024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40" name="Google Shape;640;p72"/>
          <p:cNvSpPr txBox="1"/>
          <p:nvPr>
            <p:ph idx="14" type="subTitle"/>
          </p:nvPr>
        </p:nvSpPr>
        <p:spPr>
          <a:xfrm>
            <a:off x="4844783" y="2673475"/>
            <a:ext cx="15024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41" name="Google Shape;641;p72"/>
          <p:cNvSpPr txBox="1"/>
          <p:nvPr>
            <p:ph idx="15" type="subTitle"/>
          </p:nvPr>
        </p:nvSpPr>
        <p:spPr>
          <a:xfrm>
            <a:off x="6886016" y="2673475"/>
            <a:ext cx="15024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"/>
              <a:buNone/>
              <a:defRPr b="1">
                <a:solidFill>
                  <a:srgbClr val="3EABC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TITLE_AND_BODY_1_2_1_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3"/>
          <p:cNvSpPr/>
          <p:nvPr/>
        </p:nvSpPr>
        <p:spPr>
          <a:xfrm rot="10800000">
            <a:off x="0" y="2566200"/>
            <a:ext cx="9144000" cy="257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4" name="Google Shape;644;p73"/>
          <p:cNvSpPr/>
          <p:nvPr/>
        </p:nvSpPr>
        <p:spPr>
          <a:xfrm>
            <a:off x="569477" y="1377275"/>
            <a:ext cx="1912800" cy="2340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7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6" name="Google Shape;646;p73"/>
          <p:cNvSpPr txBox="1"/>
          <p:nvPr>
            <p:ph idx="1" type="body"/>
          </p:nvPr>
        </p:nvSpPr>
        <p:spPr>
          <a:xfrm>
            <a:off x="756741" y="2449762"/>
            <a:ext cx="15519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47" name="Google Shape;647;p73"/>
          <p:cNvSpPr/>
          <p:nvPr/>
        </p:nvSpPr>
        <p:spPr>
          <a:xfrm>
            <a:off x="566250" y="1958350"/>
            <a:ext cx="81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73"/>
          <p:cNvSpPr txBox="1"/>
          <p:nvPr>
            <p:ph idx="2" type="subTitle"/>
          </p:nvPr>
        </p:nvSpPr>
        <p:spPr>
          <a:xfrm>
            <a:off x="756741" y="1937950"/>
            <a:ext cx="15519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49" name="Google Shape;649;p73"/>
          <p:cNvSpPr/>
          <p:nvPr/>
        </p:nvSpPr>
        <p:spPr>
          <a:xfrm>
            <a:off x="2601284" y="1377275"/>
            <a:ext cx="1912800" cy="2340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73"/>
          <p:cNvSpPr txBox="1"/>
          <p:nvPr>
            <p:ph idx="3" type="body"/>
          </p:nvPr>
        </p:nvSpPr>
        <p:spPr>
          <a:xfrm>
            <a:off x="2788548" y="2449762"/>
            <a:ext cx="15519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51" name="Google Shape;651;p73"/>
          <p:cNvSpPr/>
          <p:nvPr/>
        </p:nvSpPr>
        <p:spPr>
          <a:xfrm>
            <a:off x="2598057" y="1958350"/>
            <a:ext cx="81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73"/>
          <p:cNvSpPr txBox="1"/>
          <p:nvPr>
            <p:ph idx="4" type="subTitle"/>
          </p:nvPr>
        </p:nvSpPr>
        <p:spPr>
          <a:xfrm>
            <a:off x="2788548" y="1937950"/>
            <a:ext cx="15519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53" name="Google Shape;653;p73"/>
          <p:cNvSpPr/>
          <p:nvPr/>
        </p:nvSpPr>
        <p:spPr>
          <a:xfrm>
            <a:off x="4633091" y="1377275"/>
            <a:ext cx="1912800" cy="2340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73"/>
          <p:cNvSpPr txBox="1"/>
          <p:nvPr>
            <p:ph idx="5" type="body"/>
          </p:nvPr>
        </p:nvSpPr>
        <p:spPr>
          <a:xfrm>
            <a:off x="4820355" y="2449762"/>
            <a:ext cx="15519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55" name="Google Shape;655;p73"/>
          <p:cNvSpPr/>
          <p:nvPr/>
        </p:nvSpPr>
        <p:spPr>
          <a:xfrm>
            <a:off x="4629864" y="1958350"/>
            <a:ext cx="81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73"/>
          <p:cNvSpPr txBox="1"/>
          <p:nvPr>
            <p:ph idx="6" type="subTitle"/>
          </p:nvPr>
        </p:nvSpPr>
        <p:spPr>
          <a:xfrm>
            <a:off x="4820355" y="1937950"/>
            <a:ext cx="15519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57" name="Google Shape;657;p73"/>
          <p:cNvSpPr/>
          <p:nvPr/>
        </p:nvSpPr>
        <p:spPr>
          <a:xfrm>
            <a:off x="6664899" y="1377275"/>
            <a:ext cx="1912800" cy="2340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3"/>
          <p:cNvSpPr txBox="1"/>
          <p:nvPr>
            <p:ph idx="7" type="body"/>
          </p:nvPr>
        </p:nvSpPr>
        <p:spPr>
          <a:xfrm>
            <a:off x="6852162" y="2449762"/>
            <a:ext cx="15519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59" name="Google Shape;659;p73"/>
          <p:cNvSpPr/>
          <p:nvPr/>
        </p:nvSpPr>
        <p:spPr>
          <a:xfrm>
            <a:off x="6661671" y="1958350"/>
            <a:ext cx="81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73"/>
          <p:cNvSpPr txBox="1"/>
          <p:nvPr>
            <p:ph idx="8" type="subTitle"/>
          </p:nvPr>
        </p:nvSpPr>
        <p:spPr>
          <a:xfrm>
            <a:off x="6852162" y="1937950"/>
            <a:ext cx="15519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"/>
              <a:buNone/>
              <a:defRPr b="1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TITLE_AND_BODY_1_2_1_1_1_2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4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3" name="Google Shape;663;p74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4" name="Google Shape;664;p74"/>
          <p:cNvSpPr txBox="1"/>
          <p:nvPr>
            <p:ph idx="1" type="body"/>
          </p:nvPr>
        </p:nvSpPr>
        <p:spPr>
          <a:xfrm>
            <a:off x="806100" y="3045425"/>
            <a:ext cx="1788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5" name="Google Shape;665;p74"/>
          <p:cNvSpPr txBox="1"/>
          <p:nvPr>
            <p:ph idx="2" type="subTitle"/>
          </p:nvPr>
        </p:nvSpPr>
        <p:spPr>
          <a:xfrm>
            <a:off x="1083900" y="19935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66" name="Google Shape;666;p74"/>
          <p:cNvSpPr txBox="1"/>
          <p:nvPr>
            <p:ph idx="3" type="body"/>
          </p:nvPr>
        </p:nvSpPr>
        <p:spPr>
          <a:xfrm>
            <a:off x="2598900" y="3045425"/>
            <a:ext cx="1788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7" name="Google Shape;667;p74"/>
          <p:cNvSpPr txBox="1"/>
          <p:nvPr>
            <p:ph idx="4" type="subTitle"/>
          </p:nvPr>
        </p:nvSpPr>
        <p:spPr>
          <a:xfrm>
            <a:off x="2876700" y="19935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68" name="Google Shape;668;p74"/>
          <p:cNvSpPr txBox="1"/>
          <p:nvPr>
            <p:ph idx="5" type="body"/>
          </p:nvPr>
        </p:nvSpPr>
        <p:spPr>
          <a:xfrm>
            <a:off x="4574400" y="3045425"/>
            <a:ext cx="1788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9" name="Google Shape;669;p74"/>
          <p:cNvSpPr txBox="1"/>
          <p:nvPr>
            <p:ph idx="6" type="subTitle"/>
          </p:nvPr>
        </p:nvSpPr>
        <p:spPr>
          <a:xfrm>
            <a:off x="4852200" y="19935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70" name="Google Shape;670;p74"/>
          <p:cNvSpPr txBox="1"/>
          <p:nvPr>
            <p:ph idx="7" type="body"/>
          </p:nvPr>
        </p:nvSpPr>
        <p:spPr>
          <a:xfrm>
            <a:off x="6549900" y="3045425"/>
            <a:ext cx="1788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1" name="Google Shape;671;p74"/>
          <p:cNvSpPr txBox="1"/>
          <p:nvPr>
            <p:ph idx="8" type="subTitle"/>
          </p:nvPr>
        </p:nvSpPr>
        <p:spPr>
          <a:xfrm>
            <a:off x="6827700" y="19935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key metrics v3">
  <p:cSld name="TITLE_AND_BODY_1_2_1_1_1_2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4" name="Google Shape;674;p75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75"/>
          <p:cNvSpPr txBox="1"/>
          <p:nvPr>
            <p:ph idx="1" type="body"/>
          </p:nvPr>
        </p:nvSpPr>
        <p:spPr>
          <a:xfrm>
            <a:off x="1110900" y="2969225"/>
            <a:ext cx="23748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6" name="Google Shape;676;p75"/>
          <p:cNvSpPr txBox="1"/>
          <p:nvPr>
            <p:ph idx="2" type="subTitle"/>
          </p:nvPr>
        </p:nvSpPr>
        <p:spPr>
          <a:xfrm>
            <a:off x="1368450" y="2145900"/>
            <a:ext cx="18597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77" name="Google Shape;677;p75"/>
          <p:cNvSpPr txBox="1"/>
          <p:nvPr>
            <p:ph idx="3" type="body"/>
          </p:nvPr>
        </p:nvSpPr>
        <p:spPr>
          <a:xfrm>
            <a:off x="5368300" y="2969225"/>
            <a:ext cx="23748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8" name="Google Shape;678;p75"/>
          <p:cNvSpPr txBox="1"/>
          <p:nvPr>
            <p:ph idx="4" type="subTitle"/>
          </p:nvPr>
        </p:nvSpPr>
        <p:spPr>
          <a:xfrm>
            <a:off x="5625850" y="2145900"/>
            <a:ext cx="18597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itive/negative slide 1">
  <p:cSld name="TITLE_AND_BODY_1_2_1_1_1_1_1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1" name="Google Shape;681;p76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2" name="Google Shape;682;p76"/>
          <p:cNvSpPr txBox="1"/>
          <p:nvPr>
            <p:ph idx="1" type="body"/>
          </p:nvPr>
        </p:nvSpPr>
        <p:spPr>
          <a:xfrm>
            <a:off x="650850" y="1916463"/>
            <a:ext cx="3776700" cy="26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Inter"/>
              <a:buChar char="✓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3" name="Google Shape;683;p76"/>
          <p:cNvSpPr txBox="1"/>
          <p:nvPr>
            <p:ph idx="2" type="body"/>
          </p:nvPr>
        </p:nvSpPr>
        <p:spPr>
          <a:xfrm>
            <a:off x="4845450" y="1916463"/>
            <a:ext cx="3732300" cy="26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✕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4" name="Google Shape;684;p76"/>
          <p:cNvSpPr txBox="1"/>
          <p:nvPr>
            <p:ph idx="3" type="subTitle"/>
          </p:nvPr>
        </p:nvSpPr>
        <p:spPr>
          <a:xfrm>
            <a:off x="650850" y="1367825"/>
            <a:ext cx="37767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85" name="Google Shape;685;p76"/>
          <p:cNvSpPr txBox="1"/>
          <p:nvPr>
            <p:ph idx="4" type="subTitle"/>
          </p:nvPr>
        </p:nvSpPr>
        <p:spPr>
          <a:xfrm>
            <a:off x="4845525" y="1367825"/>
            <a:ext cx="37323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itive/negative slide v2">
  <p:cSld name="TITLE_AND_BODY_1_2_1_1_1_1_1_1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7"/>
          <p:cNvSpPr/>
          <p:nvPr/>
        </p:nvSpPr>
        <p:spPr>
          <a:xfrm>
            <a:off x="4669125" y="1377275"/>
            <a:ext cx="3908700" cy="345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95250">
              <a:schemeClr val="accent6">
                <a:alpha val="2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8" name="Google Shape;688;p77"/>
          <p:cNvSpPr/>
          <p:nvPr/>
        </p:nvSpPr>
        <p:spPr>
          <a:xfrm>
            <a:off x="569475" y="1377275"/>
            <a:ext cx="3908700" cy="345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95250">
              <a:schemeClr val="accent4">
                <a:alpha val="2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9" name="Google Shape;689;p7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0" name="Google Shape;690;p77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1" name="Google Shape;691;p77"/>
          <p:cNvSpPr txBox="1"/>
          <p:nvPr>
            <p:ph idx="1" type="body"/>
          </p:nvPr>
        </p:nvSpPr>
        <p:spPr>
          <a:xfrm>
            <a:off x="747225" y="2232000"/>
            <a:ext cx="3553200" cy="25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Inter"/>
              <a:buChar char="✓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2" name="Google Shape;692;p77"/>
          <p:cNvSpPr txBox="1"/>
          <p:nvPr>
            <p:ph idx="2" type="body"/>
          </p:nvPr>
        </p:nvSpPr>
        <p:spPr>
          <a:xfrm>
            <a:off x="4846875" y="2232000"/>
            <a:ext cx="3553200" cy="25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✕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3" name="Google Shape;693;p77"/>
          <p:cNvSpPr txBox="1"/>
          <p:nvPr>
            <p:ph idx="3" type="subTitle"/>
          </p:nvPr>
        </p:nvSpPr>
        <p:spPr>
          <a:xfrm>
            <a:off x="747223" y="1490400"/>
            <a:ext cx="35532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694" name="Google Shape;694;p77"/>
          <p:cNvSpPr txBox="1"/>
          <p:nvPr>
            <p:ph idx="4" type="subTitle"/>
          </p:nvPr>
        </p:nvSpPr>
        <p:spPr>
          <a:xfrm>
            <a:off x="4846161" y="1490400"/>
            <a:ext cx="35532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itive/negative slide v3">
  <p:cSld name="TITLE_AND_BODY_1_2_1_1_1_1_1_1_1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8"/>
          <p:cNvSpPr/>
          <p:nvPr/>
        </p:nvSpPr>
        <p:spPr>
          <a:xfrm>
            <a:off x="0" y="0"/>
            <a:ext cx="9144000" cy="8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78"/>
          <p:cNvSpPr/>
          <p:nvPr/>
        </p:nvSpPr>
        <p:spPr>
          <a:xfrm>
            <a:off x="4669123" y="1377275"/>
            <a:ext cx="3909600" cy="3452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342900" rotWithShape="0" algn="bl" dir="5400000" dist="95250">
              <a:schemeClr val="accent6">
                <a:alpha val="2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78"/>
          <p:cNvSpPr/>
          <p:nvPr/>
        </p:nvSpPr>
        <p:spPr>
          <a:xfrm>
            <a:off x="569473" y="1377275"/>
            <a:ext cx="3908700" cy="3452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342900" rotWithShape="0" algn="bl" dir="5400000" dist="95250">
              <a:schemeClr val="accent4">
                <a:alpha val="2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78"/>
          <p:cNvSpPr txBox="1"/>
          <p:nvPr>
            <p:ph type="title"/>
          </p:nvPr>
        </p:nvSpPr>
        <p:spPr>
          <a:xfrm>
            <a:off x="566250" y="445038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00" name="Google Shape;700;p78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78"/>
          <p:cNvSpPr txBox="1"/>
          <p:nvPr>
            <p:ph idx="1" type="body"/>
          </p:nvPr>
        </p:nvSpPr>
        <p:spPr>
          <a:xfrm>
            <a:off x="744250" y="2230700"/>
            <a:ext cx="3555300" cy="23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✓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2" name="Google Shape;702;p78"/>
          <p:cNvSpPr txBox="1"/>
          <p:nvPr>
            <p:ph idx="2" type="body"/>
          </p:nvPr>
        </p:nvSpPr>
        <p:spPr>
          <a:xfrm>
            <a:off x="4845450" y="2232000"/>
            <a:ext cx="3732300" cy="24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✖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78"/>
          <p:cNvSpPr txBox="1"/>
          <p:nvPr>
            <p:ph idx="3" type="subTitle"/>
          </p:nvPr>
        </p:nvSpPr>
        <p:spPr>
          <a:xfrm>
            <a:off x="747973" y="1490100"/>
            <a:ext cx="35517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04" name="Google Shape;704;p78"/>
          <p:cNvSpPr txBox="1"/>
          <p:nvPr>
            <p:ph idx="4" type="subTitle"/>
          </p:nvPr>
        </p:nvSpPr>
        <p:spPr>
          <a:xfrm>
            <a:off x="4847323" y="1490400"/>
            <a:ext cx="35532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ce Grotesk SemiBold"/>
              <a:buNone/>
              <a:defRPr>
                <a:solidFill>
                  <a:schemeClr val="lt2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ce Grotesk SemiBold"/>
              <a:buNone/>
              <a:defRPr>
                <a:solidFill>
                  <a:schemeClr val="lt2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ce Grotesk SemiBold"/>
              <a:buNone/>
              <a:defRPr>
                <a:solidFill>
                  <a:schemeClr val="lt2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ce Grotesk SemiBold"/>
              <a:buNone/>
              <a:defRPr>
                <a:solidFill>
                  <a:schemeClr val="lt2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ce Grotesk SemiBold"/>
              <a:buNone/>
              <a:defRPr>
                <a:solidFill>
                  <a:schemeClr val="lt2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ce Grotesk SemiBold"/>
              <a:buNone/>
              <a:defRPr>
                <a:solidFill>
                  <a:schemeClr val="lt2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ce Grotesk SemiBold"/>
              <a:buNone/>
              <a:defRPr>
                <a:solidFill>
                  <a:schemeClr val="lt2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ce Grotesk SemiBold"/>
              <a:buNone/>
              <a:defRPr>
                <a:solidFill>
                  <a:schemeClr val="lt2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44">
          <p15:clr>
            <a:srgbClr val="E46962"/>
          </p15:clr>
        </p15:guide>
        <p15:guide id="2" pos="469">
          <p15:clr>
            <a:srgbClr val="E46962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1">
  <p:cSld name="Default Slide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1">
  <p:cSld name="CUSTOM_26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0"/>
          <p:cNvSpPr/>
          <p:nvPr/>
        </p:nvSpPr>
        <p:spPr>
          <a:xfrm>
            <a:off x="5606775" y="1660900"/>
            <a:ext cx="131400" cy="1042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8" name="Google Shape;708;p80"/>
          <p:cNvSpPr/>
          <p:nvPr/>
        </p:nvSpPr>
        <p:spPr>
          <a:xfrm>
            <a:off x="2148385" y="1543150"/>
            <a:ext cx="3458400" cy="127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80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0" name="Google Shape;710;p80"/>
          <p:cNvSpPr/>
          <p:nvPr>
            <p:ph idx="2" type="pic"/>
          </p:nvPr>
        </p:nvSpPr>
        <p:spPr>
          <a:xfrm>
            <a:off x="1438950" y="1498600"/>
            <a:ext cx="1367100" cy="136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1" name="Google Shape;711;p80"/>
          <p:cNvSpPr txBox="1"/>
          <p:nvPr>
            <p:ph idx="1" type="subTitle"/>
          </p:nvPr>
        </p:nvSpPr>
        <p:spPr>
          <a:xfrm>
            <a:off x="2885850" y="1576400"/>
            <a:ext cx="2672100" cy="4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12" name="Google Shape;712;p80"/>
          <p:cNvSpPr/>
          <p:nvPr/>
        </p:nvSpPr>
        <p:spPr>
          <a:xfrm>
            <a:off x="7336900" y="3218875"/>
            <a:ext cx="131400" cy="1042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3" name="Google Shape;713;p80"/>
          <p:cNvSpPr/>
          <p:nvPr/>
        </p:nvSpPr>
        <p:spPr>
          <a:xfrm>
            <a:off x="3878460" y="3101125"/>
            <a:ext cx="3458400" cy="127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80"/>
          <p:cNvSpPr/>
          <p:nvPr>
            <p:ph idx="3" type="pic"/>
          </p:nvPr>
        </p:nvSpPr>
        <p:spPr>
          <a:xfrm>
            <a:off x="3169025" y="3056575"/>
            <a:ext cx="1367100" cy="136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5" name="Google Shape;715;p80"/>
          <p:cNvSpPr txBox="1"/>
          <p:nvPr>
            <p:ph idx="4" type="subTitle"/>
          </p:nvPr>
        </p:nvSpPr>
        <p:spPr>
          <a:xfrm>
            <a:off x="4615925" y="3134450"/>
            <a:ext cx="2672100" cy="4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16" name="Google Shape;716;p80"/>
          <p:cNvSpPr txBox="1"/>
          <p:nvPr>
            <p:ph idx="5" type="body"/>
          </p:nvPr>
        </p:nvSpPr>
        <p:spPr>
          <a:xfrm>
            <a:off x="2885850" y="2046794"/>
            <a:ext cx="256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7" name="Google Shape;717;p80"/>
          <p:cNvSpPr txBox="1"/>
          <p:nvPr>
            <p:ph idx="6" type="body"/>
          </p:nvPr>
        </p:nvSpPr>
        <p:spPr>
          <a:xfrm>
            <a:off x="4615925" y="3604769"/>
            <a:ext cx="256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2">
  <p:cSld name="CUSTOM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1"/>
          <p:cNvSpPr/>
          <p:nvPr/>
        </p:nvSpPr>
        <p:spPr>
          <a:xfrm>
            <a:off x="5742989" y="1505975"/>
            <a:ext cx="137100" cy="1305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81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1" name="Google Shape;721;p81"/>
          <p:cNvSpPr/>
          <p:nvPr/>
        </p:nvSpPr>
        <p:spPr>
          <a:xfrm>
            <a:off x="2530288" y="1505975"/>
            <a:ext cx="3212700" cy="1305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81"/>
          <p:cNvSpPr/>
          <p:nvPr>
            <p:ph idx="2" type="pic"/>
          </p:nvPr>
        </p:nvSpPr>
        <p:spPr>
          <a:xfrm>
            <a:off x="1657588" y="1490550"/>
            <a:ext cx="1328400" cy="132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23" name="Google Shape;723;p81"/>
          <p:cNvSpPr txBox="1"/>
          <p:nvPr>
            <p:ph idx="1" type="body"/>
          </p:nvPr>
        </p:nvSpPr>
        <p:spPr>
          <a:xfrm>
            <a:off x="3181900" y="2055823"/>
            <a:ext cx="25611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4" name="Google Shape;724;p81"/>
          <p:cNvSpPr txBox="1"/>
          <p:nvPr>
            <p:ph idx="3" type="subTitle"/>
          </p:nvPr>
        </p:nvSpPr>
        <p:spPr>
          <a:xfrm>
            <a:off x="3181900" y="1576400"/>
            <a:ext cx="2514000" cy="4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25" name="Google Shape;725;p81"/>
          <p:cNvSpPr/>
          <p:nvPr/>
        </p:nvSpPr>
        <p:spPr>
          <a:xfrm>
            <a:off x="7349314" y="3125750"/>
            <a:ext cx="137100" cy="1305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81"/>
          <p:cNvSpPr/>
          <p:nvPr/>
        </p:nvSpPr>
        <p:spPr>
          <a:xfrm>
            <a:off x="4136713" y="3125750"/>
            <a:ext cx="3212700" cy="1305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81"/>
          <p:cNvSpPr/>
          <p:nvPr>
            <p:ph idx="4" type="pic"/>
          </p:nvPr>
        </p:nvSpPr>
        <p:spPr>
          <a:xfrm>
            <a:off x="3264013" y="3110325"/>
            <a:ext cx="1328400" cy="132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28" name="Google Shape;728;p81"/>
          <p:cNvSpPr txBox="1"/>
          <p:nvPr>
            <p:ph idx="5" type="body"/>
          </p:nvPr>
        </p:nvSpPr>
        <p:spPr>
          <a:xfrm>
            <a:off x="4788325" y="3675598"/>
            <a:ext cx="25611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9" name="Google Shape;729;p81"/>
          <p:cNvSpPr txBox="1"/>
          <p:nvPr>
            <p:ph idx="6" type="subTitle"/>
          </p:nvPr>
        </p:nvSpPr>
        <p:spPr>
          <a:xfrm>
            <a:off x="4788325" y="3196300"/>
            <a:ext cx="2514000" cy="4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3">
  <p:cSld name="CUSTOM_2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2" name="Google Shape;732;p82"/>
          <p:cNvSpPr/>
          <p:nvPr/>
        </p:nvSpPr>
        <p:spPr>
          <a:xfrm>
            <a:off x="2109950" y="1377275"/>
            <a:ext cx="1549800" cy="15498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3" name="Google Shape;733;p82"/>
          <p:cNvSpPr/>
          <p:nvPr>
            <p:ph idx="2" type="pic"/>
          </p:nvPr>
        </p:nvSpPr>
        <p:spPr>
          <a:xfrm>
            <a:off x="2233525" y="1459650"/>
            <a:ext cx="1590900" cy="159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4" name="Google Shape;734;p82"/>
          <p:cNvSpPr/>
          <p:nvPr/>
        </p:nvSpPr>
        <p:spPr>
          <a:xfrm>
            <a:off x="2233525" y="3174125"/>
            <a:ext cx="1590900" cy="1007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82"/>
          <p:cNvSpPr txBox="1"/>
          <p:nvPr>
            <p:ph idx="1" type="body"/>
          </p:nvPr>
        </p:nvSpPr>
        <p:spPr>
          <a:xfrm>
            <a:off x="2233525" y="3653522"/>
            <a:ext cx="1590900" cy="52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6" name="Google Shape;736;p82"/>
          <p:cNvSpPr txBox="1"/>
          <p:nvPr>
            <p:ph idx="3" type="subTitle"/>
          </p:nvPr>
        </p:nvSpPr>
        <p:spPr>
          <a:xfrm>
            <a:off x="2233525" y="3286625"/>
            <a:ext cx="15909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37" name="Google Shape;737;p82"/>
          <p:cNvSpPr/>
          <p:nvPr/>
        </p:nvSpPr>
        <p:spPr>
          <a:xfrm>
            <a:off x="5332300" y="1377275"/>
            <a:ext cx="1549800" cy="15498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8" name="Google Shape;738;p82"/>
          <p:cNvSpPr/>
          <p:nvPr>
            <p:ph idx="4" type="pic"/>
          </p:nvPr>
        </p:nvSpPr>
        <p:spPr>
          <a:xfrm>
            <a:off x="5455875" y="1459650"/>
            <a:ext cx="1590900" cy="159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p82"/>
          <p:cNvSpPr/>
          <p:nvPr/>
        </p:nvSpPr>
        <p:spPr>
          <a:xfrm>
            <a:off x="5455950" y="3174125"/>
            <a:ext cx="1590900" cy="1007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0" name="Google Shape;740;p82"/>
          <p:cNvCxnSpPr/>
          <p:nvPr/>
        </p:nvCxnSpPr>
        <p:spPr>
          <a:xfrm>
            <a:off x="4558925" y="1396875"/>
            <a:ext cx="0" cy="2401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82"/>
          <p:cNvSpPr txBox="1"/>
          <p:nvPr>
            <p:ph idx="5" type="body"/>
          </p:nvPr>
        </p:nvSpPr>
        <p:spPr>
          <a:xfrm>
            <a:off x="5455950" y="3653522"/>
            <a:ext cx="1590900" cy="52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2" name="Google Shape;742;p82"/>
          <p:cNvSpPr txBox="1"/>
          <p:nvPr>
            <p:ph idx="6" type="subTitle"/>
          </p:nvPr>
        </p:nvSpPr>
        <p:spPr>
          <a:xfrm>
            <a:off x="5455950" y="3286625"/>
            <a:ext cx="15909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1">
  <p:cSld name="CUSTOM_3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83"/>
          <p:cNvSpPr/>
          <p:nvPr/>
        </p:nvSpPr>
        <p:spPr>
          <a:xfrm>
            <a:off x="566250" y="3599100"/>
            <a:ext cx="2216700" cy="147300"/>
          </a:xfrm>
          <a:prstGeom prst="rect">
            <a:avLst/>
          </a:prstGeom>
          <a:solidFill>
            <a:srgbClr val="3EA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8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6" name="Google Shape;746;p83"/>
          <p:cNvSpPr/>
          <p:nvPr>
            <p:ph idx="2" type="pic"/>
          </p:nvPr>
        </p:nvSpPr>
        <p:spPr>
          <a:xfrm>
            <a:off x="566400" y="1371600"/>
            <a:ext cx="2216700" cy="2227500"/>
          </a:xfrm>
          <a:prstGeom prst="rect">
            <a:avLst/>
          </a:prstGeom>
          <a:noFill/>
          <a:ln>
            <a:noFill/>
          </a:ln>
        </p:spPr>
      </p:sp>
      <p:sp>
        <p:nvSpPr>
          <p:cNvPr id="747" name="Google Shape;747;p83"/>
          <p:cNvSpPr/>
          <p:nvPr/>
        </p:nvSpPr>
        <p:spPr>
          <a:xfrm>
            <a:off x="563025" y="3746500"/>
            <a:ext cx="2227500" cy="1044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1143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83"/>
          <p:cNvSpPr txBox="1"/>
          <p:nvPr>
            <p:ph idx="1" type="subTitle"/>
          </p:nvPr>
        </p:nvSpPr>
        <p:spPr>
          <a:xfrm>
            <a:off x="573375" y="3855675"/>
            <a:ext cx="22275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49" name="Google Shape;749;p83"/>
          <p:cNvSpPr/>
          <p:nvPr/>
        </p:nvSpPr>
        <p:spPr>
          <a:xfrm>
            <a:off x="3452850" y="3604775"/>
            <a:ext cx="2216700" cy="147300"/>
          </a:xfrm>
          <a:prstGeom prst="rect">
            <a:avLst/>
          </a:prstGeom>
          <a:solidFill>
            <a:srgbClr val="3EA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83"/>
          <p:cNvSpPr/>
          <p:nvPr>
            <p:ph idx="3" type="pic"/>
          </p:nvPr>
        </p:nvSpPr>
        <p:spPr>
          <a:xfrm>
            <a:off x="3453000" y="1377275"/>
            <a:ext cx="2216700" cy="2227500"/>
          </a:xfrm>
          <a:prstGeom prst="rect">
            <a:avLst/>
          </a:prstGeom>
          <a:noFill/>
          <a:ln>
            <a:noFill/>
          </a:ln>
        </p:spPr>
      </p:sp>
      <p:sp>
        <p:nvSpPr>
          <p:cNvPr id="751" name="Google Shape;751;p83"/>
          <p:cNvSpPr/>
          <p:nvPr/>
        </p:nvSpPr>
        <p:spPr>
          <a:xfrm>
            <a:off x="3449625" y="3753676"/>
            <a:ext cx="2227500" cy="1044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1143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83"/>
          <p:cNvSpPr/>
          <p:nvPr/>
        </p:nvSpPr>
        <p:spPr>
          <a:xfrm>
            <a:off x="6350250" y="3599050"/>
            <a:ext cx="2216700" cy="147300"/>
          </a:xfrm>
          <a:prstGeom prst="rect">
            <a:avLst/>
          </a:prstGeom>
          <a:solidFill>
            <a:srgbClr val="3EAB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83"/>
          <p:cNvSpPr/>
          <p:nvPr>
            <p:ph idx="4" type="pic"/>
          </p:nvPr>
        </p:nvSpPr>
        <p:spPr>
          <a:xfrm>
            <a:off x="6350400" y="1371600"/>
            <a:ext cx="2216700" cy="2227500"/>
          </a:xfrm>
          <a:prstGeom prst="rect">
            <a:avLst/>
          </a:prstGeom>
          <a:noFill/>
          <a:ln>
            <a:noFill/>
          </a:ln>
        </p:spPr>
      </p:sp>
      <p:sp>
        <p:nvSpPr>
          <p:cNvPr id="754" name="Google Shape;754;p83"/>
          <p:cNvSpPr/>
          <p:nvPr/>
        </p:nvSpPr>
        <p:spPr>
          <a:xfrm>
            <a:off x="6347025" y="3746500"/>
            <a:ext cx="2227500" cy="1044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11430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5" name="Google Shape;755;p83"/>
          <p:cNvCxnSpPr/>
          <p:nvPr/>
        </p:nvCxnSpPr>
        <p:spPr>
          <a:xfrm>
            <a:off x="3125250" y="1371600"/>
            <a:ext cx="0" cy="3426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83"/>
          <p:cNvCxnSpPr/>
          <p:nvPr/>
        </p:nvCxnSpPr>
        <p:spPr>
          <a:xfrm>
            <a:off x="6011325" y="1371600"/>
            <a:ext cx="0" cy="3426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7" name="Google Shape;757;p83"/>
          <p:cNvSpPr txBox="1"/>
          <p:nvPr>
            <p:ph idx="5" type="subTitle"/>
          </p:nvPr>
        </p:nvSpPr>
        <p:spPr>
          <a:xfrm>
            <a:off x="3454538" y="3855675"/>
            <a:ext cx="22275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58" name="Google Shape;758;p83"/>
          <p:cNvSpPr txBox="1"/>
          <p:nvPr>
            <p:ph idx="6" type="subTitle"/>
          </p:nvPr>
        </p:nvSpPr>
        <p:spPr>
          <a:xfrm>
            <a:off x="6340600" y="3855675"/>
            <a:ext cx="22275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59" name="Google Shape;759;p83"/>
          <p:cNvSpPr txBox="1"/>
          <p:nvPr>
            <p:ph idx="7" type="body"/>
          </p:nvPr>
        </p:nvSpPr>
        <p:spPr>
          <a:xfrm>
            <a:off x="573375" y="4242125"/>
            <a:ext cx="2227500" cy="4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0" name="Google Shape;760;p83"/>
          <p:cNvSpPr txBox="1"/>
          <p:nvPr>
            <p:ph idx="8" type="body"/>
          </p:nvPr>
        </p:nvSpPr>
        <p:spPr>
          <a:xfrm>
            <a:off x="3454538" y="4242125"/>
            <a:ext cx="2227500" cy="4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1" name="Google Shape;761;p83"/>
          <p:cNvSpPr txBox="1"/>
          <p:nvPr>
            <p:ph idx="9" type="body"/>
          </p:nvPr>
        </p:nvSpPr>
        <p:spPr>
          <a:xfrm>
            <a:off x="6340600" y="4242125"/>
            <a:ext cx="2227500" cy="4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2">
  <p:cSld name="CUSTOM_4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4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64" name="Google Shape;764;p84"/>
          <p:cNvSpPr/>
          <p:nvPr/>
        </p:nvSpPr>
        <p:spPr>
          <a:xfrm>
            <a:off x="553500" y="2460625"/>
            <a:ext cx="8024400" cy="232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84"/>
          <p:cNvSpPr/>
          <p:nvPr>
            <p:ph idx="2" type="pic"/>
          </p:nvPr>
        </p:nvSpPr>
        <p:spPr>
          <a:xfrm>
            <a:off x="772575" y="1812925"/>
            <a:ext cx="1943100" cy="1943100"/>
          </a:xfrm>
          <a:prstGeom prst="rect">
            <a:avLst/>
          </a:prstGeom>
          <a:noFill/>
          <a:ln>
            <a:noFill/>
          </a:ln>
        </p:spPr>
      </p:sp>
      <p:sp>
        <p:nvSpPr>
          <p:cNvPr id="766" name="Google Shape;766;p84"/>
          <p:cNvSpPr txBox="1"/>
          <p:nvPr>
            <p:ph idx="1" type="body"/>
          </p:nvPr>
        </p:nvSpPr>
        <p:spPr>
          <a:xfrm>
            <a:off x="772575" y="4260850"/>
            <a:ext cx="19431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67" name="Google Shape;767;p84"/>
          <p:cNvSpPr txBox="1"/>
          <p:nvPr>
            <p:ph idx="3" type="subTitle"/>
          </p:nvPr>
        </p:nvSpPr>
        <p:spPr>
          <a:xfrm>
            <a:off x="772575" y="3864325"/>
            <a:ext cx="19431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 sz="14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68" name="Google Shape;768;p84"/>
          <p:cNvSpPr/>
          <p:nvPr>
            <p:ph idx="4" type="pic"/>
          </p:nvPr>
        </p:nvSpPr>
        <p:spPr>
          <a:xfrm>
            <a:off x="3594150" y="1812925"/>
            <a:ext cx="1943100" cy="1943100"/>
          </a:xfrm>
          <a:prstGeom prst="rect">
            <a:avLst/>
          </a:prstGeom>
          <a:noFill/>
          <a:ln>
            <a:noFill/>
          </a:ln>
        </p:spPr>
      </p:sp>
      <p:sp>
        <p:nvSpPr>
          <p:cNvPr id="769" name="Google Shape;769;p84"/>
          <p:cNvSpPr/>
          <p:nvPr>
            <p:ph idx="5" type="pic"/>
          </p:nvPr>
        </p:nvSpPr>
        <p:spPr>
          <a:xfrm>
            <a:off x="6415725" y="1812925"/>
            <a:ext cx="1943100" cy="1943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70" name="Google Shape;770;p84"/>
          <p:cNvCxnSpPr/>
          <p:nvPr/>
        </p:nvCxnSpPr>
        <p:spPr>
          <a:xfrm>
            <a:off x="3154925" y="2248084"/>
            <a:ext cx="0" cy="2533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84"/>
          <p:cNvCxnSpPr/>
          <p:nvPr/>
        </p:nvCxnSpPr>
        <p:spPr>
          <a:xfrm>
            <a:off x="5976500" y="2460625"/>
            <a:ext cx="0" cy="2533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2" name="Google Shape;772;p84"/>
          <p:cNvSpPr txBox="1"/>
          <p:nvPr>
            <p:ph idx="6" type="body"/>
          </p:nvPr>
        </p:nvSpPr>
        <p:spPr>
          <a:xfrm>
            <a:off x="3551450" y="4260850"/>
            <a:ext cx="19431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73" name="Google Shape;773;p84"/>
          <p:cNvSpPr txBox="1"/>
          <p:nvPr>
            <p:ph idx="7" type="subTitle"/>
          </p:nvPr>
        </p:nvSpPr>
        <p:spPr>
          <a:xfrm>
            <a:off x="3551450" y="3864325"/>
            <a:ext cx="19431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 sz="14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74" name="Google Shape;774;p84"/>
          <p:cNvSpPr txBox="1"/>
          <p:nvPr>
            <p:ph idx="8" type="body"/>
          </p:nvPr>
        </p:nvSpPr>
        <p:spPr>
          <a:xfrm>
            <a:off x="6415725" y="4260850"/>
            <a:ext cx="1943100" cy="4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75" name="Google Shape;775;p84"/>
          <p:cNvSpPr txBox="1"/>
          <p:nvPr>
            <p:ph idx="9" type="subTitle"/>
          </p:nvPr>
        </p:nvSpPr>
        <p:spPr>
          <a:xfrm>
            <a:off x="6415725" y="3864325"/>
            <a:ext cx="19431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 sz="14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3">
  <p:cSld name="CUSTOM_5_2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8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78" name="Google Shape;778;p85"/>
          <p:cNvSpPr/>
          <p:nvPr/>
        </p:nvSpPr>
        <p:spPr>
          <a:xfrm>
            <a:off x="566250" y="2463875"/>
            <a:ext cx="2133600" cy="2105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85"/>
          <p:cNvSpPr/>
          <p:nvPr>
            <p:ph idx="2" type="pic"/>
          </p:nvPr>
        </p:nvSpPr>
        <p:spPr>
          <a:xfrm>
            <a:off x="766200" y="1746250"/>
            <a:ext cx="1733700" cy="1733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85"/>
          <p:cNvSpPr/>
          <p:nvPr/>
        </p:nvSpPr>
        <p:spPr>
          <a:xfrm>
            <a:off x="566250" y="4444775"/>
            <a:ext cx="2133600" cy="12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85"/>
          <p:cNvSpPr txBox="1"/>
          <p:nvPr>
            <p:ph idx="1" type="subTitle"/>
          </p:nvPr>
        </p:nvSpPr>
        <p:spPr>
          <a:xfrm>
            <a:off x="661500" y="3567129"/>
            <a:ext cx="19431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82" name="Google Shape;782;p85"/>
          <p:cNvSpPr/>
          <p:nvPr/>
        </p:nvSpPr>
        <p:spPr>
          <a:xfrm>
            <a:off x="6444150" y="2463875"/>
            <a:ext cx="2133600" cy="2105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85"/>
          <p:cNvSpPr/>
          <p:nvPr>
            <p:ph idx="3" type="pic"/>
          </p:nvPr>
        </p:nvSpPr>
        <p:spPr>
          <a:xfrm>
            <a:off x="6644100" y="1746250"/>
            <a:ext cx="1733700" cy="1733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85"/>
          <p:cNvSpPr/>
          <p:nvPr/>
        </p:nvSpPr>
        <p:spPr>
          <a:xfrm>
            <a:off x="6444150" y="4444775"/>
            <a:ext cx="2133600" cy="12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85"/>
          <p:cNvSpPr txBox="1"/>
          <p:nvPr>
            <p:ph idx="4" type="subTitle"/>
          </p:nvPr>
        </p:nvSpPr>
        <p:spPr>
          <a:xfrm>
            <a:off x="6539400" y="3566980"/>
            <a:ext cx="19431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86" name="Google Shape;786;p85"/>
          <p:cNvSpPr/>
          <p:nvPr/>
        </p:nvSpPr>
        <p:spPr>
          <a:xfrm>
            <a:off x="3552825" y="2463875"/>
            <a:ext cx="2133600" cy="2105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85"/>
          <p:cNvSpPr/>
          <p:nvPr>
            <p:ph idx="5" type="pic"/>
          </p:nvPr>
        </p:nvSpPr>
        <p:spPr>
          <a:xfrm>
            <a:off x="3752775" y="1746250"/>
            <a:ext cx="1733700" cy="1733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85"/>
          <p:cNvSpPr/>
          <p:nvPr/>
        </p:nvSpPr>
        <p:spPr>
          <a:xfrm>
            <a:off x="3552825" y="4444775"/>
            <a:ext cx="2133600" cy="12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85"/>
          <p:cNvSpPr txBox="1"/>
          <p:nvPr>
            <p:ph idx="6" type="subTitle"/>
          </p:nvPr>
        </p:nvSpPr>
        <p:spPr>
          <a:xfrm>
            <a:off x="3648075" y="3566979"/>
            <a:ext cx="19431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790" name="Google Shape;790;p85"/>
          <p:cNvSpPr txBox="1"/>
          <p:nvPr>
            <p:ph idx="7" type="body"/>
          </p:nvPr>
        </p:nvSpPr>
        <p:spPr>
          <a:xfrm>
            <a:off x="661500" y="3934480"/>
            <a:ext cx="1943100" cy="4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1" name="Google Shape;791;p85"/>
          <p:cNvSpPr txBox="1"/>
          <p:nvPr>
            <p:ph idx="8" type="body"/>
          </p:nvPr>
        </p:nvSpPr>
        <p:spPr>
          <a:xfrm>
            <a:off x="6539400" y="3934480"/>
            <a:ext cx="1943100" cy="4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2" name="Google Shape;792;p85"/>
          <p:cNvSpPr txBox="1"/>
          <p:nvPr>
            <p:ph idx="9" type="body"/>
          </p:nvPr>
        </p:nvSpPr>
        <p:spPr>
          <a:xfrm>
            <a:off x="3648075" y="3934480"/>
            <a:ext cx="1943100" cy="4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1">
  <p:cSld name="CUSTOM_6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8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95" name="Google Shape;795;p86"/>
          <p:cNvSpPr/>
          <p:nvPr/>
        </p:nvSpPr>
        <p:spPr>
          <a:xfrm>
            <a:off x="563025" y="2917825"/>
            <a:ext cx="1657500" cy="168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86"/>
          <p:cNvSpPr/>
          <p:nvPr/>
        </p:nvSpPr>
        <p:spPr>
          <a:xfrm>
            <a:off x="563025" y="2098675"/>
            <a:ext cx="1657500" cy="165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7" name="Google Shape;797;p86"/>
          <p:cNvSpPr/>
          <p:nvPr>
            <p:ph idx="2" type="pic"/>
          </p:nvPr>
        </p:nvSpPr>
        <p:spPr>
          <a:xfrm>
            <a:off x="663075" y="2198725"/>
            <a:ext cx="1457400" cy="1457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8" name="Google Shape;798;p86"/>
          <p:cNvSpPr txBox="1"/>
          <p:nvPr>
            <p:ph idx="1" type="body"/>
          </p:nvPr>
        </p:nvSpPr>
        <p:spPr>
          <a:xfrm>
            <a:off x="563113" y="4123300"/>
            <a:ext cx="1657500" cy="4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99" name="Google Shape;799;p86"/>
          <p:cNvSpPr txBox="1"/>
          <p:nvPr>
            <p:ph idx="3" type="subTitle"/>
          </p:nvPr>
        </p:nvSpPr>
        <p:spPr>
          <a:xfrm>
            <a:off x="563025" y="3656125"/>
            <a:ext cx="16575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 sz="14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00" name="Google Shape;800;p86"/>
          <p:cNvSpPr/>
          <p:nvPr/>
        </p:nvSpPr>
        <p:spPr>
          <a:xfrm>
            <a:off x="2690538" y="2165350"/>
            <a:ext cx="1657500" cy="167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1" name="Google Shape;801;p86"/>
          <p:cNvSpPr/>
          <p:nvPr/>
        </p:nvSpPr>
        <p:spPr>
          <a:xfrm>
            <a:off x="2690538" y="1346200"/>
            <a:ext cx="1657500" cy="165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86"/>
          <p:cNvSpPr/>
          <p:nvPr>
            <p:ph idx="4" type="pic"/>
          </p:nvPr>
        </p:nvSpPr>
        <p:spPr>
          <a:xfrm>
            <a:off x="2790588" y="1446250"/>
            <a:ext cx="1457400" cy="1457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3" name="Google Shape;803;p86"/>
          <p:cNvSpPr/>
          <p:nvPr/>
        </p:nvSpPr>
        <p:spPr>
          <a:xfrm>
            <a:off x="4817325" y="2917825"/>
            <a:ext cx="1657500" cy="168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86"/>
          <p:cNvSpPr/>
          <p:nvPr/>
        </p:nvSpPr>
        <p:spPr>
          <a:xfrm>
            <a:off x="4817325" y="2098675"/>
            <a:ext cx="1657500" cy="165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86"/>
          <p:cNvSpPr/>
          <p:nvPr>
            <p:ph idx="5" type="pic"/>
          </p:nvPr>
        </p:nvSpPr>
        <p:spPr>
          <a:xfrm>
            <a:off x="4917375" y="2198725"/>
            <a:ext cx="1457400" cy="1457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6" name="Google Shape;806;p86"/>
          <p:cNvSpPr/>
          <p:nvPr/>
        </p:nvSpPr>
        <p:spPr>
          <a:xfrm>
            <a:off x="6944100" y="2165350"/>
            <a:ext cx="1657500" cy="1677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86"/>
          <p:cNvSpPr/>
          <p:nvPr/>
        </p:nvSpPr>
        <p:spPr>
          <a:xfrm>
            <a:off x="6944100" y="1346200"/>
            <a:ext cx="1657500" cy="165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86"/>
          <p:cNvSpPr/>
          <p:nvPr>
            <p:ph idx="6" type="pic"/>
          </p:nvPr>
        </p:nvSpPr>
        <p:spPr>
          <a:xfrm>
            <a:off x="7044150" y="1446250"/>
            <a:ext cx="1457400" cy="1457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9" name="Google Shape;809;p86"/>
          <p:cNvSpPr/>
          <p:nvPr/>
        </p:nvSpPr>
        <p:spPr>
          <a:xfrm>
            <a:off x="553500" y="4716487"/>
            <a:ext cx="1657500" cy="174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86"/>
          <p:cNvSpPr/>
          <p:nvPr/>
        </p:nvSpPr>
        <p:spPr>
          <a:xfrm>
            <a:off x="2690175" y="3964738"/>
            <a:ext cx="1657500" cy="17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86"/>
          <p:cNvSpPr/>
          <p:nvPr/>
        </p:nvSpPr>
        <p:spPr>
          <a:xfrm>
            <a:off x="4817325" y="4716530"/>
            <a:ext cx="1657500" cy="174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86"/>
          <p:cNvSpPr/>
          <p:nvPr/>
        </p:nvSpPr>
        <p:spPr>
          <a:xfrm>
            <a:off x="6944475" y="3964884"/>
            <a:ext cx="1657500" cy="17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86"/>
          <p:cNvSpPr txBox="1"/>
          <p:nvPr>
            <p:ph idx="7" type="body"/>
          </p:nvPr>
        </p:nvSpPr>
        <p:spPr>
          <a:xfrm>
            <a:off x="2690263" y="3370825"/>
            <a:ext cx="1657500" cy="4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14" name="Google Shape;814;p86"/>
          <p:cNvSpPr txBox="1"/>
          <p:nvPr>
            <p:ph idx="8" type="subTitle"/>
          </p:nvPr>
        </p:nvSpPr>
        <p:spPr>
          <a:xfrm>
            <a:off x="2690175" y="2903650"/>
            <a:ext cx="16575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 sz="14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15" name="Google Shape;815;p86"/>
          <p:cNvSpPr txBox="1"/>
          <p:nvPr>
            <p:ph idx="9" type="body"/>
          </p:nvPr>
        </p:nvSpPr>
        <p:spPr>
          <a:xfrm>
            <a:off x="4817225" y="4123300"/>
            <a:ext cx="1657500" cy="4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16" name="Google Shape;816;p86"/>
          <p:cNvSpPr txBox="1"/>
          <p:nvPr>
            <p:ph idx="13" type="subTitle"/>
          </p:nvPr>
        </p:nvSpPr>
        <p:spPr>
          <a:xfrm>
            <a:off x="4817513" y="3656125"/>
            <a:ext cx="16575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 sz="14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17" name="Google Shape;817;p86"/>
          <p:cNvSpPr txBox="1"/>
          <p:nvPr>
            <p:ph idx="14" type="body"/>
          </p:nvPr>
        </p:nvSpPr>
        <p:spPr>
          <a:xfrm>
            <a:off x="6933788" y="3370825"/>
            <a:ext cx="1657500" cy="4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18" name="Google Shape;818;p86"/>
          <p:cNvSpPr txBox="1"/>
          <p:nvPr>
            <p:ph idx="15" type="subTitle"/>
          </p:nvPr>
        </p:nvSpPr>
        <p:spPr>
          <a:xfrm>
            <a:off x="6944488" y="2903650"/>
            <a:ext cx="16575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 sz="14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 SemiBold"/>
              <a:buNone/>
              <a:defRPr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2">
  <p:cSld name="CUSTOM_7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21" name="Google Shape;821;p87"/>
          <p:cNvSpPr/>
          <p:nvPr/>
        </p:nvSpPr>
        <p:spPr>
          <a:xfrm>
            <a:off x="561975" y="1377275"/>
            <a:ext cx="95100" cy="283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87"/>
          <p:cNvSpPr/>
          <p:nvPr>
            <p:ph idx="2" type="pic"/>
          </p:nvPr>
        </p:nvSpPr>
        <p:spPr>
          <a:xfrm>
            <a:off x="657075" y="1377275"/>
            <a:ext cx="1838400" cy="1838400"/>
          </a:xfrm>
          <a:prstGeom prst="rect">
            <a:avLst/>
          </a:prstGeom>
          <a:noFill/>
          <a:ln>
            <a:noFill/>
          </a:ln>
        </p:spPr>
      </p:sp>
      <p:sp>
        <p:nvSpPr>
          <p:cNvPr id="823" name="Google Shape;823;p87"/>
          <p:cNvSpPr/>
          <p:nvPr/>
        </p:nvSpPr>
        <p:spPr>
          <a:xfrm>
            <a:off x="661839" y="3459848"/>
            <a:ext cx="1838400" cy="755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87"/>
          <p:cNvSpPr txBox="1"/>
          <p:nvPr>
            <p:ph idx="1" type="subTitle"/>
          </p:nvPr>
        </p:nvSpPr>
        <p:spPr>
          <a:xfrm>
            <a:off x="695025" y="3283075"/>
            <a:ext cx="1838400" cy="31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25" name="Google Shape;825;p87"/>
          <p:cNvSpPr/>
          <p:nvPr/>
        </p:nvSpPr>
        <p:spPr>
          <a:xfrm>
            <a:off x="2589400" y="1390650"/>
            <a:ext cx="95100" cy="283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87"/>
          <p:cNvSpPr/>
          <p:nvPr>
            <p:ph idx="3" type="pic"/>
          </p:nvPr>
        </p:nvSpPr>
        <p:spPr>
          <a:xfrm>
            <a:off x="2684500" y="1390650"/>
            <a:ext cx="1838400" cy="1838400"/>
          </a:xfrm>
          <a:prstGeom prst="rect">
            <a:avLst/>
          </a:prstGeom>
          <a:noFill/>
          <a:ln>
            <a:noFill/>
          </a:ln>
        </p:spPr>
      </p:sp>
      <p:sp>
        <p:nvSpPr>
          <p:cNvPr id="827" name="Google Shape;827;p87"/>
          <p:cNvSpPr/>
          <p:nvPr/>
        </p:nvSpPr>
        <p:spPr>
          <a:xfrm>
            <a:off x="2689263" y="3473187"/>
            <a:ext cx="1838400" cy="755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87"/>
          <p:cNvSpPr/>
          <p:nvPr/>
        </p:nvSpPr>
        <p:spPr>
          <a:xfrm>
            <a:off x="4616825" y="1390650"/>
            <a:ext cx="95100" cy="283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87"/>
          <p:cNvSpPr/>
          <p:nvPr>
            <p:ph idx="4" type="pic"/>
          </p:nvPr>
        </p:nvSpPr>
        <p:spPr>
          <a:xfrm>
            <a:off x="4711925" y="1390650"/>
            <a:ext cx="1838400" cy="1838400"/>
          </a:xfrm>
          <a:prstGeom prst="rect">
            <a:avLst/>
          </a:prstGeom>
          <a:noFill/>
          <a:ln>
            <a:noFill/>
          </a:ln>
        </p:spPr>
      </p:sp>
      <p:sp>
        <p:nvSpPr>
          <p:cNvPr id="830" name="Google Shape;830;p87"/>
          <p:cNvSpPr/>
          <p:nvPr/>
        </p:nvSpPr>
        <p:spPr>
          <a:xfrm>
            <a:off x="4716688" y="3473187"/>
            <a:ext cx="1838400" cy="755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87"/>
          <p:cNvSpPr/>
          <p:nvPr/>
        </p:nvSpPr>
        <p:spPr>
          <a:xfrm>
            <a:off x="6639475" y="1377275"/>
            <a:ext cx="95100" cy="283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87"/>
          <p:cNvSpPr/>
          <p:nvPr>
            <p:ph idx="5" type="pic"/>
          </p:nvPr>
        </p:nvSpPr>
        <p:spPr>
          <a:xfrm>
            <a:off x="6734575" y="1377275"/>
            <a:ext cx="1838400" cy="1838400"/>
          </a:xfrm>
          <a:prstGeom prst="rect">
            <a:avLst/>
          </a:prstGeom>
          <a:noFill/>
          <a:ln>
            <a:noFill/>
          </a:ln>
        </p:spPr>
      </p:sp>
      <p:sp>
        <p:nvSpPr>
          <p:cNvPr id="833" name="Google Shape;833;p87"/>
          <p:cNvSpPr/>
          <p:nvPr/>
        </p:nvSpPr>
        <p:spPr>
          <a:xfrm>
            <a:off x="6739338" y="3459812"/>
            <a:ext cx="1838400" cy="755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87"/>
          <p:cNvSpPr txBox="1"/>
          <p:nvPr>
            <p:ph idx="6" type="body"/>
          </p:nvPr>
        </p:nvSpPr>
        <p:spPr>
          <a:xfrm>
            <a:off x="695025" y="3602275"/>
            <a:ext cx="1838400" cy="62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5" name="Google Shape;835;p87"/>
          <p:cNvSpPr txBox="1"/>
          <p:nvPr>
            <p:ph idx="7" type="subTitle"/>
          </p:nvPr>
        </p:nvSpPr>
        <p:spPr>
          <a:xfrm>
            <a:off x="2655925" y="3283075"/>
            <a:ext cx="1838400" cy="31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36" name="Google Shape;836;p87"/>
          <p:cNvSpPr txBox="1"/>
          <p:nvPr>
            <p:ph idx="8" type="body"/>
          </p:nvPr>
        </p:nvSpPr>
        <p:spPr>
          <a:xfrm>
            <a:off x="2655925" y="3602275"/>
            <a:ext cx="1838400" cy="62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7" name="Google Shape;837;p87"/>
          <p:cNvSpPr txBox="1"/>
          <p:nvPr>
            <p:ph idx="9" type="subTitle"/>
          </p:nvPr>
        </p:nvSpPr>
        <p:spPr>
          <a:xfrm>
            <a:off x="4714313" y="3283075"/>
            <a:ext cx="1838400" cy="31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38" name="Google Shape;838;p87"/>
          <p:cNvSpPr txBox="1"/>
          <p:nvPr>
            <p:ph idx="13" type="body"/>
          </p:nvPr>
        </p:nvSpPr>
        <p:spPr>
          <a:xfrm>
            <a:off x="4714313" y="3602275"/>
            <a:ext cx="1838400" cy="62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9" name="Google Shape;839;p87"/>
          <p:cNvSpPr txBox="1"/>
          <p:nvPr>
            <p:ph idx="14" type="subTitle"/>
          </p:nvPr>
        </p:nvSpPr>
        <p:spPr>
          <a:xfrm>
            <a:off x="6744125" y="3283075"/>
            <a:ext cx="1838400" cy="31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40" name="Google Shape;840;p87"/>
          <p:cNvSpPr txBox="1"/>
          <p:nvPr>
            <p:ph idx="15" type="body"/>
          </p:nvPr>
        </p:nvSpPr>
        <p:spPr>
          <a:xfrm>
            <a:off x="6744125" y="3602275"/>
            <a:ext cx="1838400" cy="62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46">
          <p15:clr>
            <a:srgbClr val="E46962"/>
          </p15:clr>
        </p15:guide>
        <p15:guide id="2" orient="horz" pos="2655">
          <p15:clr>
            <a:srgbClr val="E46962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3">
  <p:cSld name="CUSTOM_8"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88"/>
          <p:cNvSpPr/>
          <p:nvPr/>
        </p:nvSpPr>
        <p:spPr>
          <a:xfrm>
            <a:off x="2057400" y="1381125"/>
            <a:ext cx="2390700" cy="146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8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4" name="Google Shape;844;p88"/>
          <p:cNvSpPr/>
          <p:nvPr>
            <p:ph idx="2" type="pic"/>
          </p:nvPr>
        </p:nvSpPr>
        <p:spPr>
          <a:xfrm>
            <a:off x="942975" y="1390650"/>
            <a:ext cx="1467000" cy="146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45" name="Google Shape;845;p88"/>
          <p:cNvSpPr/>
          <p:nvPr/>
        </p:nvSpPr>
        <p:spPr>
          <a:xfrm flipH="1">
            <a:off x="4353000" y="1381125"/>
            <a:ext cx="95100" cy="14670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88"/>
          <p:cNvSpPr/>
          <p:nvPr/>
        </p:nvSpPr>
        <p:spPr>
          <a:xfrm>
            <a:off x="2057400" y="3107650"/>
            <a:ext cx="2390700" cy="146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88"/>
          <p:cNvSpPr/>
          <p:nvPr>
            <p:ph idx="3" type="pic"/>
          </p:nvPr>
        </p:nvSpPr>
        <p:spPr>
          <a:xfrm>
            <a:off x="942975" y="3117175"/>
            <a:ext cx="1467000" cy="146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48" name="Google Shape;848;p88"/>
          <p:cNvSpPr/>
          <p:nvPr/>
        </p:nvSpPr>
        <p:spPr>
          <a:xfrm flipH="1">
            <a:off x="4353000" y="3107650"/>
            <a:ext cx="95100" cy="14670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88"/>
          <p:cNvSpPr/>
          <p:nvPr/>
        </p:nvSpPr>
        <p:spPr>
          <a:xfrm>
            <a:off x="5812950" y="1376363"/>
            <a:ext cx="2390700" cy="146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88"/>
          <p:cNvSpPr/>
          <p:nvPr>
            <p:ph idx="4" type="pic"/>
          </p:nvPr>
        </p:nvSpPr>
        <p:spPr>
          <a:xfrm>
            <a:off x="4698525" y="1385888"/>
            <a:ext cx="1467000" cy="146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51" name="Google Shape;851;p88"/>
          <p:cNvSpPr/>
          <p:nvPr/>
        </p:nvSpPr>
        <p:spPr>
          <a:xfrm flipH="1">
            <a:off x="8108550" y="1376363"/>
            <a:ext cx="95100" cy="14670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88"/>
          <p:cNvSpPr/>
          <p:nvPr/>
        </p:nvSpPr>
        <p:spPr>
          <a:xfrm>
            <a:off x="5812950" y="3102888"/>
            <a:ext cx="2390700" cy="146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88"/>
          <p:cNvSpPr/>
          <p:nvPr>
            <p:ph idx="5" type="pic"/>
          </p:nvPr>
        </p:nvSpPr>
        <p:spPr>
          <a:xfrm>
            <a:off x="4698525" y="3112413"/>
            <a:ext cx="1467000" cy="146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54" name="Google Shape;854;p88"/>
          <p:cNvSpPr/>
          <p:nvPr/>
        </p:nvSpPr>
        <p:spPr>
          <a:xfrm flipH="1">
            <a:off x="8108550" y="3102888"/>
            <a:ext cx="95100" cy="14670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88"/>
          <p:cNvSpPr txBox="1"/>
          <p:nvPr>
            <p:ph idx="1" type="subTitle"/>
          </p:nvPr>
        </p:nvSpPr>
        <p:spPr>
          <a:xfrm>
            <a:off x="2500250" y="1718550"/>
            <a:ext cx="1762500" cy="3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56" name="Google Shape;856;p88"/>
          <p:cNvSpPr txBox="1"/>
          <p:nvPr>
            <p:ph idx="6" type="subTitle"/>
          </p:nvPr>
        </p:nvSpPr>
        <p:spPr>
          <a:xfrm>
            <a:off x="6255788" y="1718550"/>
            <a:ext cx="1762500" cy="3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57" name="Google Shape;857;p88"/>
          <p:cNvSpPr txBox="1"/>
          <p:nvPr>
            <p:ph idx="7" type="subTitle"/>
          </p:nvPr>
        </p:nvSpPr>
        <p:spPr>
          <a:xfrm>
            <a:off x="2500238" y="3416988"/>
            <a:ext cx="1762500" cy="3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58" name="Google Shape;858;p88"/>
          <p:cNvSpPr txBox="1"/>
          <p:nvPr>
            <p:ph idx="8" type="subTitle"/>
          </p:nvPr>
        </p:nvSpPr>
        <p:spPr>
          <a:xfrm>
            <a:off x="6255775" y="3416988"/>
            <a:ext cx="1762500" cy="3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59" name="Google Shape;859;p88"/>
          <p:cNvSpPr txBox="1"/>
          <p:nvPr>
            <p:ph idx="9" type="body"/>
          </p:nvPr>
        </p:nvSpPr>
        <p:spPr>
          <a:xfrm>
            <a:off x="2500238" y="2081974"/>
            <a:ext cx="1762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60" name="Google Shape;860;p88"/>
          <p:cNvSpPr txBox="1"/>
          <p:nvPr>
            <p:ph idx="13" type="body"/>
          </p:nvPr>
        </p:nvSpPr>
        <p:spPr>
          <a:xfrm>
            <a:off x="6255775" y="2081974"/>
            <a:ext cx="1762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61" name="Google Shape;861;p88"/>
          <p:cNvSpPr txBox="1"/>
          <p:nvPr>
            <p:ph idx="14" type="body"/>
          </p:nvPr>
        </p:nvSpPr>
        <p:spPr>
          <a:xfrm>
            <a:off x="2500238" y="3780411"/>
            <a:ext cx="1762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62" name="Google Shape;862;p88"/>
          <p:cNvSpPr txBox="1"/>
          <p:nvPr>
            <p:ph idx="15" type="body"/>
          </p:nvPr>
        </p:nvSpPr>
        <p:spPr>
          <a:xfrm>
            <a:off x="6255775" y="3780411"/>
            <a:ext cx="1762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1">
  <p:cSld name="CUSTOM_9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9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65" name="Google Shape;865;p89"/>
          <p:cNvSpPr/>
          <p:nvPr/>
        </p:nvSpPr>
        <p:spPr>
          <a:xfrm>
            <a:off x="1343300" y="1277854"/>
            <a:ext cx="1161000" cy="1161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66" name="Google Shape;866;p89"/>
          <p:cNvSpPr txBox="1"/>
          <p:nvPr>
            <p:ph idx="1" type="subTitle"/>
          </p:nvPr>
        </p:nvSpPr>
        <p:spPr>
          <a:xfrm>
            <a:off x="516200" y="2788000"/>
            <a:ext cx="2815200" cy="3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67" name="Google Shape;867;p89"/>
          <p:cNvSpPr/>
          <p:nvPr/>
        </p:nvSpPr>
        <p:spPr>
          <a:xfrm>
            <a:off x="4095050" y="1277854"/>
            <a:ext cx="1161000" cy="1161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89"/>
          <p:cNvSpPr/>
          <p:nvPr/>
        </p:nvSpPr>
        <p:spPr>
          <a:xfrm>
            <a:off x="6715650" y="1277854"/>
            <a:ext cx="1161000" cy="1161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89"/>
          <p:cNvSpPr txBox="1"/>
          <p:nvPr>
            <p:ph idx="2" type="subTitle"/>
          </p:nvPr>
        </p:nvSpPr>
        <p:spPr>
          <a:xfrm>
            <a:off x="3392125" y="2788000"/>
            <a:ext cx="2567700" cy="3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70" name="Google Shape;870;p89"/>
          <p:cNvSpPr txBox="1"/>
          <p:nvPr>
            <p:ph idx="3" type="subTitle"/>
          </p:nvPr>
        </p:nvSpPr>
        <p:spPr>
          <a:xfrm>
            <a:off x="6012225" y="2788000"/>
            <a:ext cx="2567700" cy="3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Space Grotesk SemiBold"/>
              <a:buNone/>
              <a:defRPr>
                <a:solidFill>
                  <a:schemeClr val="accent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71" name="Google Shape;871;p89"/>
          <p:cNvSpPr txBox="1"/>
          <p:nvPr/>
        </p:nvSpPr>
        <p:spPr>
          <a:xfrm>
            <a:off x="1710750" y="1641596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sz="36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72" name="Google Shape;872;p89"/>
          <p:cNvSpPr txBox="1"/>
          <p:nvPr/>
        </p:nvSpPr>
        <p:spPr>
          <a:xfrm>
            <a:off x="4421850" y="1641604"/>
            <a:ext cx="4671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sz="3600">
              <a:solidFill>
                <a:schemeClr val="accen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73" name="Google Shape;873;p89"/>
          <p:cNvSpPr txBox="1"/>
          <p:nvPr/>
        </p:nvSpPr>
        <p:spPr>
          <a:xfrm>
            <a:off x="7042150" y="1641604"/>
            <a:ext cx="4671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sz="3600">
              <a:solidFill>
                <a:schemeClr val="accent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74" name="Google Shape;874;p89"/>
          <p:cNvSpPr txBox="1"/>
          <p:nvPr>
            <p:ph idx="4" type="body"/>
          </p:nvPr>
        </p:nvSpPr>
        <p:spPr>
          <a:xfrm>
            <a:off x="562000" y="3260958"/>
            <a:ext cx="2723400" cy="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75" name="Google Shape;875;p89"/>
          <p:cNvSpPr txBox="1"/>
          <p:nvPr>
            <p:ph idx="5" type="body"/>
          </p:nvPr>
        </p:nvSpPr>
        <p:spPr>
          <a:xfrm>
            <a:off x="3313850" y="3260958"/>
            <a:ext cx="2723400" cy="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76" name="Google Shape;876;p89"/>
          <p:cNvSpPr txBox="1"/>
          <p:nvPr>
            <p:ph idx="6" type="body"/>
          </p:nvPr>
        </p:nvSpPr>
        <p:spPr>
          <a:xfrm>
            <a:off x="6012300" y="3260958"/>
            <a:ext cx="2567700" cy="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2">
  <p:cSld name="CUSTOM_10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8" name="Google Shape;878;p90"/>
          <p:cNvCxnSpPr/>
          <p:nvPr/>
        </p:nvCxnSpPr>
        <p:spPr>
          <a:xfrm>
            <a:off x="876150" y="1898000"/>
            <a:ext cx="5100" cy="23091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9" name="Google Shape;879;p90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80" name="Google Shape;880;p90"/>
          <p:cNvSpPr/>
          <p:nvPr/>
        </p:nvSpPr>
        <p:spPr>
          <a:xfrm>
            <a:off x="566250" y="1323245"/>
            <a:ext cx="624300" cy="6243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81" name="Google Shape;881;p90"/>
          <p:cNvSpPr txBox="1"/>
          <p:nvPr>
            <p:ph idx="1" type="subTitle"/>
          </p:nvPr>
        </p:nvSpPr>
        <p:spPr>
          <a:xfrm>
            <a:off x="1491600" y="1377275"/>
            <a:ext cx="6157200" cy="2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82" name="Google Shape;882;p90"/>
          <p:cNvSpPr txBox="1"/>
          <p:nvPr>
            <p:ph idx="2" type="subTitle"/>
          </p:nvPr>
        </p:nvSpPr>
        <p:spPr>
          <a:xfrm>
            <a:off x="1491600" y="3710900"/>
            <a:ext cx="6157200" cy="2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83" name="Google Shape;883;p90"/>
          <p:cNvSpPr txBox="1"/>
          <p:nvPr>
            <p:ph idx="3" type="body"/>
          </p:nvPr>
        </p:nvSpPr>
        <p:spPr>
          <a:xfrm>
            <a:off x="1491600" y="3969025"/>
            <a:ext cx="61572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84" name="Google Shape;884;p90"/>
          <p:cNvSpPr txBox="1"/>
          <p:nvPr>
            <p:ph idx="4" type="subTitle"/>
          </p:nvPr>
        </p:nvSpPr>
        <p:spPr>
          <a:xfrm>
            <a:off x="1491600" y="2534575"/>
            <a:ext cx="6157200" cy="2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85" name="Google Shape;885;p90"/>
          <p:cNvSpPr txBox="1"/>
          <p:nvPr>
            <p:ph idx="5" type="body"/>
          </p:nvPr>
        </p:nvSpPr>
        <p:spPr>
          <a:xfrm>
            <a:off x="1491600" y="2802225"/>
            <a:ext cx="61572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86" name="Google Shape;886;p90"/>
          <p:cNvSpPr txBox="1"/>
          <p:nvPr>
            <p:ph idx="6" type="body"/>
          </p:nvPr>
        </p:nvSpPr>
        <p:spPr>
          <a:xfrm>
            <a:off x="1491600" y="1635400"/>
            <a:ext cx="61572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87" name="Google Shape;887;p90"/>
          <p:cNvSpPr/>
          <p:nvPr/>
        </p:nvSpPr>
        <p:spPr>
          <a:xfrm>
            <a:off x="566400" y="2495120"/>
            <a:ext cx="624300" cy="624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88" name="Google Shape;888;p90"/>
          <p:cNvSpPr/>
          <p:nvPr/>
        </p:nvSpPr>
        <p:spPr>
          <a:xfrm>
            <a:off x="566250" y="3666995"/>
            <a:ext cx="624300" cy="6243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89" name="Google Shape;889;p90"/>
          <p:cNvSpPr txBox="1"/>
          <p:nvPr/>
        </p:nvSpPr>
        <p:spPr>
          <a:xfrm>
            <a:off x="703788" y="1418641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sz="28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90" name="Google Shape;890;p90"/>
          <p:cNvSpPr txBox="1"/>
          <p:nvPr/>
        </p:nvSpPr>
        <p:spPr>
          <a:xfrm>
            <a:off x="665388" y="2590516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sz="28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91" name="Google Shape;891;p90"/>
          <p:cNvSpPr txBox="1"/>
          <p:nvPr/>
        </p:nvSpPr>
        <p:spPr>
          <a:xfrm>
            <a:off x="665688" y="3766841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sz="28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818">
          <p15:clr>
            <a:srgbClr val="E46962"/>
          </p15:clr>
        </p15:guide>
        <p15:guide id="2" orient="horz" pos="1030">
          <p15:clr>
            <a:srgbClr val="E46962"/>
          </p15:clr>
        </p15:guide>
        <p15:guide id="3" orient="horz" pos="1768">
          <p15:clr>
            <a:srgbClr val="E46962"/>
          </p15:clr>
        </p15:guide>
        <p15:guide id="4" orient="horz" pos="2509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3 - old">
  <p:cSld name="CUSTOM_11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91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4" name="Google Shape;894;p91"/>
          <p:cNvSpPr txBox="1"/>
          <p:nvPr>
            <p:ph idx="1" type="subTitle"/>
          </p:nvPr>
        </p:nvSpPr>
        <p:spPr>
          <a:xfrm>
            <a:off x="648408" y="1947466"/>
            <a:ext cx="1528500" cy="3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ABCA"/>
              </a:buClr>
              <a:buSzPts val="1400"/>
              <a:buFont typeface="Space Grotesk SemiBold"/>
              <a:buNone/>
              <a:defRPr>
                <a:solidFill>
                  <a:srgbClr val="3EABC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95" name="Google Shape;895;p91"/>
          <p:cNvSpPr txBox="1"/>
          <p:nvPr>
            <p:ph idx="2" type="body"/>
          </p:nvPr>
        </p:nvSpPr>
        <p:spPr>
          <a:xfrm>
            <a:off x="566255" y="2383356"/>
            <a:ext cx="16434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96" name="Google Shape;896;p91"/>
          <p:cNvSpPr txBox="1"/>
          <p:nvPr>
            <p:ph idx="3" type="subTitle"/>
          </p:nvPr>
        </p:nvSpPr>
        <p:spPr>
          <a:xfrm>
            <a:off x="3476909" y="1947466"/>
            <a:ext cx="1528500" cy="3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97" name="Google Shape;897;p91"/>
          <p:cNvSpPr txBox="1"/>
          <p:nvPr>
            <p:ph idx="4" type="body"/>
          </p:nvPr>
        </p:nvSpPr>
        <p:spPr>
          <a:xfrm>
            <a:off x="3419456" y="2383356"/>
            <a:ext cx="16434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98" name="Google Shape;898;p91"/>
          <p:cNvSpPr txBox="1"/>
          <p:nvPr>
            <p:ph idx="5" type="subTitle"/>
          </p:nvPr>
        </p:nvSpPr>
        <p:spPr>
          <a:xfrm>
            <a:off x="6305410" y="1947466"/>
            <a:ext cx="1528500" cy="3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899" name="Google Shape;899;p91"/>
          <p:cNvSpPr txBox="1"/>
          <p:nvPr>
            <p:ph idx="6" type="body"/>
          </p:nvPr>
        </p:nvSpPr>
        <p:spPr>
          <a:xfrm>
            <a:off x="6247957" y="2383356"/>
            <a:ext cx="16434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67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3">
  <p:cSld name="CUSTOM_18_1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92"/>
          <p:cNvSpPr txBox="1"/>
          <p:nvPr>
            <p:ph type="title"/>
          </p:nvPr>
        </p:nvSpPr>
        <p:spPr>
          <a:xfrm>
            <a:off x="287725" y="369925"/>
            <a:ext cx="85647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02" name="Google Shape;902;p92"/>
          <p:cNvSpPr txBox="1"/>
          <p:nvPr>
            <p:ph idx="1" type="subTitle"/>
          </p:nvPr>
        </p:nvSpPr>
        <p:spPr>
          <a:xfrm>
            <a:off x="292896" y="1330700"/>
            <a:ext cx="2573400" cy="5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03" name="Google Shape;903;p92"/>
          <p:cNvSpPr txBox="1"/>
          <p:nvPr>
            <p:ph idx="2" type="body"/>
          </p:nvPr>
        </p:nvSpPr>
        <p:spPr>
          <a:xfrm>
            <a:off x="3743288" y="1330700"/>
            <a:ext cx="5112600" cy="9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4" name="Google Shape;904;p92"/>
          <p:cNvSpPr txBox="1"/>
          <p:nvPr>
            <p:ph idx="3" type="subTitle"/>
          </p:nvPr>
        </p:nvSpPr>
        <p:spPr>
          <a:xfrm>
            <a:off x="306522" y="3879625"/>
            <a:ext cx="2573400" cy="5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b="1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05" name="Google Shape;905;p92"/>
          <p:cNvSpPr txBox="1"/>
          <p:nvPr>
            <p:ph idx="4" type="body"/>
          </p:nvPr>
        </p:nvSpPr>
        <p:spPr>
          <a:xfrm>
            <a:off x="3746563" y="3879625"/>
            <a:ext cx="5112600" cy="9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6" name="Google Shape;906;p92"/>
          <p:cNvSpPr txBox="1"/>
          <p:nvPr>
            <p:ph idx="5" type="subTitle"/>
          </p:nvPr>
        </p:nvSpPr>
        <p:spPr>
          <a:xfrm>
            <a:off x="306496" y="2605150"/>
            <a:ext cx="2573400" cy="5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1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07" name="Google Shape;907;p92"/>
          <p:cNvSpPr txBox="1"/>
          <p:nvPr>
            <p:ph idx="6" type="body"/>
          </p:nvPr>
        </p:nvSpPr>
        <p:spPr>
          <a:xfrm>
            <a:off x="3749863" y="2605150"/>
            <a:ext cx="5112600" cy="9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8" name="Google Shape;908;p92"/>
          <p:cNvSpPr/>
          <p:nvPr/>
        </p:nvSpPr>
        <p:spPr>
          <a:xfrm>
            <a:off x="9030525" y="-15625"/>
            <a:ext cx="1407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48">
          <p15:clr>
            <a:srgbClr val="E46962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1">
  <p:cSld name="CUSTOM_12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93"/>
          <p:cNvSpPr txBox="1"/>
          <p:nvPr>
            <p:ph type="title"/>
          </p:nvPr>
        </p:nvSpPr>
        <p:spPr>
          <a:xfrm>
            <a:off x="566250" y="191450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cxnSp>
        <p:nvCxnSpPr>
          <p:cNvPr id="911" name="Google Shape;911;p93"/>
          <p:cNvCxnSpPr/>
          <p:nvPr/>
        </p:nvCxnSpPr>
        <p:spPr>
          <a:xfrm>
            <a:off x="571500" y="1773700"/>
            <a:ext cx="8001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2" name="Google Shape;912;p93"/>
          <p:cNvSpPr txBox="1"/>
          <p:nvPr>
            <p:ph idx="1" type="body"/>
          </p:nvPr>
        </p:nvSpPr>
        <p:spPr>
          <a:xfrm>
            <a:off x="1519050" y="1238025"/>
            <a:ext cx="6847500" cy="451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3" name="Google Shape;913;p93"/>
          <p:cNvSpPr txBox="1"/>
          <p:nvPr>
            <p:ph idx="2" type="subTitle"/>
          </p:nvPr>
        </p:nvSpPr>
        <p:spPr>
          <a:xfrm>
            <a:off x="1519050" y="1857581"/>
            <a:ext cx="6847500" cy="3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 sz="1400"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cxnSp>
        <p:nvCxnSpPr>
          <p:cNvPr id="914" name="Google Shape;914;p93"/>
          <p:cNvCxnSpPr/>
          <p:nvPr/>
        </p:nvCxnSpPr>
        <p:spPr>
          <a:xfrm>
            <a:off x="574125" y="2786675"/>
            <a:ext cx="8001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93"/>
          <p:cNvSpPr txBox="1"/>
          <p:nvPr>
            <p:ph idx="3" type="body"/>
          </p:nvPr>
        </p:nvSpPr>
        <p:spPr>
          <a:xfrm>
            <a:off x="1521675" y="2251000"/>
            <a:ext cx="6847500" cy="451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6" name="Google Shape;916;p93"/>
          <p:cNvSpPr txBox="1"/>
          <p:nvPr>
            <p:ph idx="4" type="subTitle"/>
          </p:nvPr>
        </p:nvSpPr>
        <p:spPr>
          <a:xfrm>
            <a:off x="1521675" y="844606"/>
            <a:ext cx="6847500" cy="3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cxnSp>
        <p:nvCxnSpPr>
          <p:cNvPr id="917" name="Google Shape;917;p93"/>
          <p:cNvCxnSpPr/>
          <p:nvPr/>
        </p:nvCxnSpPr>
        <p:spPr>
          <a:xfrm>
            <a:off x="576750" y="3799650"/>
            <a:ext cx="8001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8" name="Google Shape;918;p93"/>
          <p:cNvSpPr txBox="1"/>
          <p:nvPr>
            <p:ph idx="5" type="body"/>
          </p:nvPr>
        </p:nvSpPr>
        <p:spPr>
          <a:xfrm>
            <a:off x="1524300" y="3263975"/>
            <a:ext cx="6847500" cy="451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9" name="Google Shape;919;p93"/>
          <p:cNvSpPr txBox="1"/>
          <p:nvPr>
            <p:ph idx="6" type="subTitle"/>
          </p:nvPr>
        </p:nvSpPr>
        <p:spPr>
          <a:xfrm>
            <a:off x="1524300" y="2870556"/>
            <a:ext cx="6847500" cy="3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 sz="1400"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20" name="Google Shape;920;p93"/>
          <p:cNvSpPr txBox="1"/>
          <p:nvPr>
            <p:ph idx="7" type="body"/>
          </p:nvPr>
        </p:nvSpPr>
        <p:spPr>
          <a:xfrm>
            <a:off x="1521675" y="4276950"/>
            <a:ext cx="6847500" cy="451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1" name="Google Shape;921;p93"/>
          <p:cNvSpPr txBox="1"/>
          <p:nvPr>
            <p:ph idx="8" type="subTitle"/>
          </p:nvPr>
        </p:nvSpPr>
        <p:spPr>
          <a:xfrm>
            <a:off x="1521675" y="3883531"/>
            <a:ext cx="6847500" cy="3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 sz="1400"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22" name="Google Shape;922;p93"/>
          <p:cNvSpPr txBox="1"/>
          <p:nvPr/>
        </p:nvSpPr>
        <p:spPr>
          <a:xfrm>
            <a:off x="880125" y="101680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sz="36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3" name="Google Shape;923;p93"/>
          <p:cNvSpPr txBox="1"/>
          <p:nvPr/>
        </p:nvSpPr>
        <p:spPr>
          <a:xfrm>
            <a:off x="880125" y="2063441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9744D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sz="3600">
              <a:solidFill>
                <a:srgbClr val="F9744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4" name="Google Shape;924;p93"/>
          <p:cNvSpPr txBox="1"/>
          <p:nvPr/>
        </p:nvSpPr>
        <p:spPr>
          <a:xfrm>
            <a:off x="835675" y="307640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sz="3600">
              <a:solidFill>
                <a:schemeClr val="accent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5" name="Google Shape;925;p93"/>
          <p:cNvSpPr txBox="1"/>
          <p:nvPr/>
        </p:nvSpPr>
        <p:spPr>
          <a:xfrm>
            <a:off x="835675" y="4055741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C3455B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sz="3600">
              <a:solidFill>
                <a:srgbClr val="C3455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64">
          <p15:clr>
            <a:srgbClr val="E46962"/>
          </p15:clr>
        </p15:guide>
        <p15:guide id="2" pos="1020">
          <p15:clr>
            <a:srgbClr val="E46962"/>
          </p15:clr>
        </p15:guide>
        <p15:guide id="3" pos="689">
          <p15:clr>
            <a:srgbClr val="E46962"/>
          </p15:clr>
        </p15:guide>
        <p15:guide id="4" orient="horz" pos="532">
          <p15:clr>
            <a:srgbClr val="E46962"/>
          </p15:clr>
        </p15:guide>
        <p15:guide id="5" orient="horz" pos="777">
          <p15:clr>
            <a:srgbClr val="E46962"/>
          </p15:clr>
        </p15:guide>
        <p15:guide id="6" orient="horz" pos="1170">
          <p15:clr>
            <a:srgbClr val="E46962"/>
          </p15:clr>
        </p15:guide>
        <p15:guide id="7" orient="horz" pos="1418">
          <p15:clr>
            <a:srgbClr val="E46962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2">
  <p:cSld name="CUSTOM_12_1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7" name="Google Shape;927;p94"/>
          <p:cNvCxnSpPr>
            <a:stCxn id="928" idx="0"/>
            <a:endCxn id="929" idx="2"/>
          </p:cNvCxnSpPr>
          <p:nvPr/>
        </p:nvCxnSpPr>
        <p:spPr>
          <a:xfrm>
            <a:off x="983725" y="1359704"/>
            <a:ext cx="0" cy="3291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30" name="Google Shape;930;p94"/>
          <p:cNvSpPr/>
          <p:nvPr/>
        </p:nvSpPr>
        <p:spPr>
          <a:xfrm>
            <a:off x="656425" y="1233538"/>
            <a:ext cx="685800" cy="685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1" name="Google Shape;931;p94"/>
          <p:cNvSpPr txBox="1"/>
          <p:nvPr>
            <p:ph type="title"/>
          </p:nvPr>
        </p:nvSpPr>
        <p:spPr>
          <a:xfrm>
            <a:off x="566250" y="15867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2" name="Google Shape;932;p94"/>
          <p:cNvSpPr txBox="1"/>
          <p:nvPr>
            <p:ph idx="1" type="body"/>
          </p:nvPr>
        </p:nvSpPr>
        <p:spPr>
          <a:xfrm>
            <a:off x="1700838" y="1495774"/>
            <a:ext cx="6847500" cy="4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3" name="Google Shape;933;p94"/>
          <p:cNvSpPr txBox="1"/>
          <p:nvPr>
            <p:ph idx="2" type="subTitle"/>
          </p:nvPr>
        </p:nvSpPr>
        <p:spPr>
          <a:xfrm>
            <a:off x="1700850" y="1120105"/>
            <a:ext cx="6847500" cy="37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34" name="Google Shape;934;p94"/>
          <p:cNvSpPr/>
          <p:nvPr/>
        </p:nvSpPr>
        <p:spPr>
          <a:xfrm>
            <a:off x="656400" y="2147938"/>
            <a:ext cx="685800" cy="68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5" name="Google Shape;935;p94"/>
          <p:cNvSpPr txBox="1"/>
          <p:nvPr>
            <p:ph idx="3" type="body"/>
          </p:nvPr>
        </p:nvSpPr>
        <p:spPr>
          <a:xfrm>
            <a:off x="1700813" y="2410174"/>
            <a:ext cx="6847500" cy="4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6" name="Google Shape;936;p94"/>
          <p:cNvSpPr txBox="1"/>
          <p:nvPr>
            <p:ph idx="4" type="subTitle"/>
          </p:nvPr>
        </p:nvSpPr>
        <p:spPr>
          <a:xfrm>
            <a:off x="1700825" y="2034505"/>
            <a:ext cx="6847500" cy="37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 sz="1400"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37" name="Google Shape;937;p94"/>
          <p:cNvSpPr/>
          <p:nvPr/>
        </p:nvSpPr>
        <p:spPr>
          <a:xfrm>
            <a:off x="656413" y="3062338"/>
            <a:ext cx="685800" cy="685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8" name="Google Shape;938;p94"/>
          <p:cNvSpPr txBox="1"/>
          <p:nvPr>
            <p:ph idx="5" type="body"/>
          </p:nvPr>
        </p:nvSpPr>
        <p:spPr>
          <a:xfrm>
            <a:off x="1700825" y="3324574"/>
            <a:ext cx="6847500" cy="4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9" name="Google Shape;939;p94"/>
          <p:cNvSpPr txBox="1"/>
          <p:nvPr>
            <p:ph idx="6" type="subTitle"/>
          </p:nvPr>
        </p:nvSpPr>
        <p:spPr>
          <a:xfrm>
            <a:off x="1700838" y="2948905"/>
            <a:ext cx="6847500" cy="37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 sz="1400"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40" name="Google Shape;940;p94"/>
          <p:cNvSpPr/>
          <p:nvPr/>
        </p:nvSpPr>
        <p:spPr>
          <a:xfrm>
            <a:off x="656400" y="3976738"/>
            <a:ext cx="685800" cy="6858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1" name="Google Shape;941;p94"/>
          <p:cNvSpPr txBox="1"/>
          <p:nvPr>
            <p:ph idx="7" type="body"/>
          </p:nvPr>
        </p:nvSpPr>
        <p:spPr>
          <a:xfrm>
            <a:off x="1700813" y="4238974"/>
            <a:ext cx="6847500" cy="4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2" name="Google Shape;942;p94"/>
          <p:cNvSpPr txBox="1"/>
          <p:nvPr>
            <p:ph idx="8" type="subTitle"/>
          </p:nvPr>
        </p:nvSpPr>
        <p:spPr>
          <a:xfrm>
            <a:off x="1700825" y="3863305"/>
            <a:ext cx="6847500" cy="37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 sz="1400"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28" name="Google Shape;928;p94"/>
          <p:cNvSpPr txBox="1"/>
          <p:nvPr/>
        </p:nvSpPr>
        <p:spPr>
          <a:xfrm>
            <a:off x="770725" y="135970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sz="36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43" name="Google Shape;943;p94"/>
          <p:cNvSpPr txBox="1"/>
          <p:nvPr/>
        </p:nvSpPr>
        <p:spPr>
          <a:xfrm>
            <a:off x="770725" y="227410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sz="36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44" name="Google Shape;944;p94"/>
          <p:cNvSpPr txBox="1"/>
          <p:nvPr/>
        </p:nvSpPr>
        <p:spPr>
          <a:xfrm>
            <a:off x="770725" y="318850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sz="36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45" name="Google Shape;945;p94"/>
          <p:cNvSpPr txBox="1"/>
          <p:nvPr/>
        </p:nvSpPr>
        <p:spPr>
          <a:xfrm>
            <a:off x="732625" y="410290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sz="36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071">
          <p15:clr>
            <a:srgbClr val="E46962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3">
  <p:cSld name="CUSTOM_12_2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95"/>
          <p:cNvSpPr/>
          <p:nvPr/>
        </p:nvSpPr>
        <p:spPr>
          <a:xfrm>
            <a:off x="1508550" y="731378"/>
            <a:ext cx="6444900" cy="965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95"/>
          <p:cNvSpPr txBox="1"/>
          <p:nvPr>
            <p:ph type="title"/>
          </p:nvPr>
        </p:nvSpPr>
        <p:spPr>
          <a:xfrm>
            <a:off x="1508550" y="63425"/>
            <a:ext cx="652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9" name="Google Shape;949;p95"/>
          <p:cNvSpPr txBox="1"/>
          <p:nvPr>
            <p:ph idx="1" type="body"/>
          </p:nvPr>
        </p:nvSpPr>
        <p:spPr>
          <a:xfrm>
            <a:off x="1607250" y="1102775"/>
            <a:ext cx="63462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0" name="Google Shape;950;p95"/>
          <p:cNvSpPr txBox="1"/>
          <p:nvPr>
            <p:ph idx="2" type="subTitle"/>
          </p:nvPr>
        </p:nvSpPr>
        <p:spPr>
          <a:xfrm>
            <a:off x="1607225" y="769475"/>
            <a:ext cx="6346200" cy="33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51" name="Google Shape;951;p95"/>
          <p:cNvSpPr/>
          <p:nvPr/>
        </p:nvSpPr>
        <p:spPr>
          <a:xfrm>
            <a:off x="7953442" y="731378"/>
            <a:ext cx="81000" cy="96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2" name="Google Shape;952;p95"/>
          <p:cNvSpPr/>
          <p:nvPr/>
        </p:nvSpPr>
        <p:spPr>
          <a:xfrm>
            <a:off x="1508550" y="1792328"/>
            <a:ext cx="6444900" cy="965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95"/>
          <p:cNvSpPr txBox="1"/>
          <p:nvPr>
            <p:ph idx="3" type="body"/>
          </p:nvPr>
        </p:nvSpPr>
        <p:spPr>
          <a:xfrm>
            <a:off x="1607250" y="2163725"/>
            <a:ext cx="63462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4" name="Google Shape;954;p95"/>
          <p:cNvSpPr txBox="1"/>
          <p:nvPr>
            <p:ph idx="4" type="subTitle"/>
          </p:nvPr>
        </p:nvSpPr>
        <p:spPr>
          <a:xfrm>
            <a:off x="1607250" y="1830425"/>
            <a:ext cx="6346200" cy="33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ace Grotesk SemiBold"/>
              <a:buNone/>
              <a:defRPr sz="1400">
                <a:solidFill>
                  <a:schemeClr val="accen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55" name="Google Shape;955;p95"/>
          <p:cNvSpPr/>
          <p:nvPr/>
        </p:nvSpPr>
        <p:spPr>
          <a:xfrm>
            <a:off x="7953442" y="1792328"/>
            <a:ext cx="81000" cy="9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6" name="Google Shape;956;p95"/>
          <p:cNvSpPr/>
          <p:nvPr/>
        </p:nvSpPr>
        <p:spPr>
          <a:xfrm>
            <a:off x="1508550" y="2913278"/>
            <a:ext cx="6444900" cy="965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95"/>
          <p:cNvSpPr txBox="1"/>
          <p:nvPr>
            <p:ph idx="5" type="body"/>
          </p:nvPr>
        </p:nvSpPr>
        <p:spPr>
          <a:xfrm>
            <a:off x="1607250" y="3284675"/>
            <a:ext cx="63462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8" name="Google Shape;958;p95"/>
          <p:cNvSpPr txBox="1"/>
          <p:nvPr>
            <p:ph idx="6" type="subTitle"/>
          </p:nvPr>
        </p:nvSpPr>
        <p:spPr>
          <a:xfrm>
            <a:off x="1607250" y="2951375"/>
            <a:ext cx="6444900" cy="33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pace Grotesk SemiBold"/>
              <a:buNone/>
              <a:defRPr sz="1400">
                <a:solidFill>
                  <a:schemeClr val="accent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59" name="Google Shape;959;p95"/>
          <p:cNvSpPr/>
          <p:nvPr/>
        </p:nvSpPr>
        <p:spPr>
          <a:xfrm>
            <a:off x="7953442" y="2913278"/>
            <a:ext cx="81000" cy="965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0" name="Google Shape;960;p95"/>
          <p:cNvSpPr/>
          <p:nvPr/>
        </p:nvSpPr>
        <p:spPr>
          <a:xfrm>
            <a:off x="1508550" y="4034228"/>
            <a:ext cx="6444900" cy="965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95"/>
          <p:cNvSpPr txBox="1"/>
          <p:nvPr>
            <p:ph idx="7" type="body"/>
          </p:nvPr>
        </p:nvSpPr>
        <p:spPr>
          <a:xfrm>
            <a:off x="1607250" y="4405625"/>
            <a:ext cx="63462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62" name="Google Shape;962;p95"/>
          <p:cNvSpPr txBox="1"/>
          <p:nvPr>
            <p:ph idx="8" type="subTitle"/>
          </p:nvPr>
        </p:nvSpPr>
        <p:spPr>
          <a:xfrm>
            <a:off x="1607250" y="4072325"/>
            <a:ext cx="6346200" cy="33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pace Grotesk SemiBold"/>
              <a:buNone/>
              <a:defRPr sz="1400">
                <a:solidFill>
                  <a:schemeClr val="accent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63" name="Google Shape;963;p95"/>
          <p:cNvSpPr/>
          <p:nvPr/>
        </p:nvSpPr>
        <p:spPr>
          <a:xfrm>
            <a:off x="7953442" y="4034228"/>
            <a:ext cx="81000" cy="965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4" name="Google Shape;964;p95"/>
          <p:cNvSpPr txBox="1"/>
          <p:nvPr/>
        </p:nvSpPr>
        <p:spPr>
          <a:xfrm>
            <a:off x="663050" y="969429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sz="36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65" name="Google Shape;965;p95"/>
          <p:cNvSpPr txBox="1"/>
          <p:nvPr/>
        </p:nvSpPr>
        <p:spPr>
          <a:xfrm>
            <a:off x="663050" y="2058429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sz="3600">
              <a:solidFill>
                <a:schemeClr val="accen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66" name="Google Shape;966;p95"/>
          <p:cNvSpPr txBox="1"/>
          <p:nvPr/>
        </p:nvSpPr>
        <p:spPr>
          <a:xfrm>
            <a:off x="663050" y="3147429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sz="3600">
              <a:solidFill>
                <a:schemeClr val="accent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67" name="Google Shape;967;p95"/>
          <p:cNvSpPr txBox="1"/>
          <p:nvPr/>
        </p:nvSpPr>
        <p:spPr>
          <a:xfrm>
            <a:off x="663050" y="4300329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6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sz="3600">
              <a:solidFill>
                <a:schemeClr val="accent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52">
          <p15:clr>
            <a:srgbClr val="E46962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1">
  <p:cSld name="CUSTOM_13"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96"/>
          <p:cNvSpPr txBox="1"/>
          <p:nvPr>
            <p:ph type="title"/>
          </p:nvPr>
        </p:nvSpPr>
        <p:spPr>
          <a:xfrm>
            <a:off x="1421637" y="51175"/>
            <a:ext cx="685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70" name="Google Shape;970;p96"/>
          <p:cNvSpPr/>
          <p:nvPr/>
        </p:nvSpPr>
        <p:spPr>
          <a:xfrm>
            <a:off x="-18963" y="-190500"/>
            <a:ext cx="762000" cy="552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1" name="Google Shape;971;p96"/>
          <p:cNvSpPr/>
          <p:nvPr/>
        </p:nvSpPr>
        <p:spPr>
          <a:xfrm>
            <a:off x="413937" y="804575"/>
            <a:ext cx="572700" cy="5727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2" name="Google Shape;972;p96"/>
          <p:cNvCxnSpPr/>
          <p:nvPr/>
        </p:nvCxnSpPr>
        <p:spPr>
          <a:xfrm>
            <a:off x="718662" y="1090325"/>
            <a:ext cx="707400" cy="4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73" name="Google Shape;973;p96"/>
          <p:cNvSpPr/>
          <p:nvPr/>
        </p:nvSpPr>
        <p:spPr>
          <a:xfrm>
            <a:off x="413937" y="1705475"/>
            <a:ext cx="572700" cy="5727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4" name="Google Shape;974;p96"/>
          <p:cNvCxnSpPr/>
          <p:nvPr/>
        </p:nvCxnSpPr>
        <p:spPr>
          <a:xfrm>
            <a:off x="718662" y="1991225"/>
            <a:ext cx="707400" cy="4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75" name="Google Shape;975;p96"/>
          <p:cNvSpPr/>
          <p:nvPr/>
        </p:nvSpPr>
        <p:spPr>
          <a:xfrm>
            <a:off x="1436998" y="692675"/>
            <a:ext cx="7355400" cy="800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96"/>
          <p:cNvSpPr txBox="1"/>
          <p:nvPr>
            <p:ph idx="1" type="subTitle"/>
          </p:nvPr>
        </p:nvSpPr>
        <p:spPr>
          <a:xfrm>
            <a:off x="1503135" y="713300"/>
            <a:ext cx="1834200" cy="77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77" name="Google Shape;977;p96"/>
          <p:cNvSpPr txBox="1"/>
          <p:nvPr>
            <p:ph idx="2" type="body"/>
          </p:nvPr>
        </p:nvSpPr>
        <p:spPr>
          <a:xfrm>
            <a:off x="3633224" y="717875"/>
            <a:ext cx="5100900" cy="77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8" name="Google Shape;978;p96"/>
          <p:cNvSpPr/>
          <p:nvPr/>
        </p:nvSpPr>
        <p:spPr>
          <a:xfrm>
            <a:off x="1443353" y="1582275"/>
            <a:ext cx="7355400" cy="800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6"/>
          <p:cNvSpPr txBox="1"/>
          <p:nvPr>
            <p:ph idx="3" type="subTitle"/>
          </p:nvPr>
        </p:nvSpPr>
        <p:spPr>
          <a:xfrm>
            <a:off x="1510604" y="1577625"/>
            <a:ext cx="18342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80" name="Google Shape;980;p96"/>
          <p:cNvSpPr txBox="1"/>
          <p:nvPr>
            <p:ph idx="4" type="body"/>
          </p:nvPr>
        </p:nvSpPr>
        <p:spPr>
          <a:xfrm>
            <a:off x="3633224" y="1582275"/>
            <a:ext cx="51009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1" name="Google Shape;981;p96"/>
          <p:cNvSpPr/>
          <p:nvPr/>
        </p:nvSpPr>
        <p:spPr>
          <a:xfrm>
            <a:off x="413937" y="2599725"/>
            <a:ext cx="572700" cy="5727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2" name="Google Shape;982;p96"/>
          <p:cNvCxnSpPr/>
          <p:nvPr/>
        </p:nvCxnSpPr>
        <p:spPr>
          <a:xfrm>
            <a:off x="718662" y="2885475"/>
            <a:ext cx="707400" cy="4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83" name="Google Shape;983;p96"/>
          <p:cNvSpPr/>
          <p:nvPr/>
        </p:nvSpPr>
        <p:spPr>
          <a:xfrm>
            <a:off x="1443353" y="2476525"/>
            <a:ext cx="7355400" cy="800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96"/>
          <p:cNvSpPr txBox="1"/>
          <p:nvPr>
            <p:ph idx="5" type="subTitle"/>
          </p:nvPr>
        </p:nvSpPr>
        <p:spPr>
          <a:xfrm>
            <a:off x="1510604" y="2471875"/>
            <a:ext cx="18342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85" name="Google Shape;985;p96"/>
          <p:cNvSpPr txBox="1"/>
          <p:nvPr>
            <p:ph idx="6" type="body"/>
          </p:nvPr>
        </p:nvSpPr>
        <p:spPr>
          <a:xfrm>
            <a:off x="3633224" y="2476525"/>
            <a:ext cx="51009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6" name="Google Shape;986;p96"/>
          <p:cNvSpPr/>
          <p:nvPr/>
        </p:nvSpPr>
        <p:spPr>
          <a:xfrm>
            <a:off x="413937" y="3498625"/>
            <a:ext cx="572700" cy="5727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7" name="Google Shape;987;p96"/>
          <p:cNvCxnSpPr/>
          <p:nvPr/>
        </p:nvCxnSpPr>
        <p:spPr>
          <a:xfrm>
            <a:off x="718662" y="3784375"/>
            <a:ext cx="707400" cy="4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88" name="Google Shape;988;p96"/>
          <p:cNvSpPr/>
          <p:nvPr/>
        </p:nvSpPr>
        <p:spPr>
          <a:xfrm>
            <a:off x="1443353" y="3375425"/>
            <a:ext cx="7355400" cy="800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96"/>
          <p:cNvSpPr txBox="1"/>
          <p:nvPr>
            <p:ph idx="7" type="subTitle"/>
          </p:nvPr>
        </p:nvSpPr>
        <p:spPr>
          <a:xfrm>
            <a:off x="1510604" y="3370775"/>
            <a:ext cx="18342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90" name="Google Shape;990;p96"/>
          <p:cNvSpPr txBox="1"/>
          <p:nvPr>
            <p:ph idx="8" type="body"/>
          </p:nvPr>
        </p:nvSpPr>
        <p:spPr>
          <a:xfrm>
            <a:off x="3633224" y="3375425"/>
            <a:ext cx="51009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1" name="Google Shape;991;p96"/>
          <p:cNvSpPr/>
          <p:nvPr/>
        </p:nvSpPr>
        <p:spPr>
          <a:xfrm>
            <a:off x="393087" y="4392875"/>
            <a:ext cx="572700" cy="5727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2" name="Google Shape;992;p96"/>
          <p:cNvCxnSpPr/>
          <p:nvPr/>
        </p:nvCxnSpPr>
        <p:spPr>
          <a:xfrm>
            <a:off x="697812" y="4678625"/>
            <a:ext cx="707400" cy="4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93" name="Google Shape;993;p96"/>
          <p:cNvSpPr/>
          <p:nvPr/>
        </p:nvSpPr>
        <p:spPr>
          <a:xfrm>
            <a:off x="1421623" y="4269675"/>
            <a:ext cx="7355400" cy="800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96"/>
          <p:cNvSpPr txBox="1"/>
          <p:nvPr>
            <p:ph idx="9" type="subTitle"/>
          </p:nvPr>
        </p:nvSpPr>
        <p:spPr>
          <a:xfrm>
            <a:off x="1482671" y="4265025"/>
            <a:ext cx="18342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995" name="Google Shape;995;p96"/>
          <p:cNvSpPr txBox="1"/>
          <p:nvPr>
            <p:ph idx="13" type="body"/>
          </p:nvPr>
        </p:nvSpPr>
        <p:spPr>
          <a:xfrm>
            <a:off x="3633224" y="4269675"/>
            <a:ext cx="51009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6" name="Google Shape;996;p96"/>
          <p:cNvSpPr txBox="1"/>
          <p:nvPr/>
        </p:nvSpPr>
        <p:spPr>
          <a:xfrm>
            <a:off x="487287" y="874179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97" name="Google Shape;997;p96"/>
          <p:cNvSpPr txBox="1"/>
          <p:nvPr/>
        </p:nvSpPr>
        <p:spPr>
          <a:xfrm>
            <a:off x="487287" y="177175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98" name="Google Shape;998;p96"/>
          <p:cNvSpPr txBox="1"/>
          <p:nvPr/>
        </p:nvSpPr>
        <p:spPr>
          <a:xfrm>
            <a:off x="466437" y="267165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99" name="Google Shape;999;p96"/>
          <p:cNvSpPr txBox="1"/>
          <p:nvPr/>
        </p:nvSpPr>
        <p:spPr>
          <a:xfrm>
            <a:off x="466437" y="356590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00" name="Google Shape;1000;p96"/>
          <p:cNvSpPr txBox="1"/>
          <p:nvPr/>
        </p:nvSpPr>
        <p:spPr>
          <a:xfrm>
            <a:off x="466437" y="446480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b="1"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14">
          <p15:clr>
            <a:srgbClr val="E46962"/>
          </p15:clr>
        </p15:guide>
        <p15:guide id="2" orient="horz" pos="1247">
          <p15:clr>
            <a:srgbClr val="E46962"/>
          </p15:clr>
        </p15:guide>
        <p15:guide id="3" orient="horz" pos="1757">
          <p15:clr>
            <a:srgbClr val="E46962"/>
          </p15:clr>
        </p15:guide>
        <p15:guide id="4" orient="horz" pos="2239">
          <p15:clr>
            <a:srgbClr val="E46962"/>
          </p15:clr>
        </p15:guide>
        <p15:guide id="5" orient="horz" pos="2748">
          <p15:clr>
            <a:srgbClr val="E46962"/>
          </p15:clr>
        </p15:guide>
        <p15:guide id="6" orient="horz" pos="1043">
          <p15:clr>
            <a:srgbClr val="E46962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2">
  <p:cSld name="CUSTOM_14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7"/>
          <p:cNvSpPr txBox="1"/>
          <p:nvPr>
            <p:ph idx="1" type="body"/>
          </p:nvPr>
        </p:nvSpPr>
        <p:spPr>
          <a:xfrm>
            <a:off x="901050" y="3139471"/>
            <a:ext cx="14484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03" name="Google Shape;1003;p97"/>
          <p:cNvSpPr txBox="1"/>
          <p:nvPr>
            <p:ph idx="2" type="body"/>
          </p:nvPr>
        </p:nvSpPr>
        <p:spPr>
          <a:xfrm>
            <a:off x="2353650" y="4072921"/>
            <a:ext cx="14484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04" name="Google Shape;1004;p97"/>
          <p:cNvSpPr txBox="1"/>
          <p:nvPr>
            <p:ph idx="3" type="body"/>
          </p:nvPr>
        </p:nvSpPr>
        <p:spPr>
          <a:xfrm>
            <a:off x="3852925" y="3139471"/>
            <a:ext cx="14484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05" name="Google Shape;1005;p97"/>
          <p:cNvSpPr txBox="1"/>
          <p:nvPr>
            <p:ph idx="4" type="body"/>
          </p:nvPr>
        </p:nvSpPr>
        <p:spPr>
          <a:xfrm>
            <a:off x="5352200" y="4072921"/>
            <a:ext cx="14484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06" name="Google Shape;1006;p97"/>
          <p:cNvSpPr txBox="1"/>
          <p:nvPr>
            <p:ph idx="5" type="body"/>
          </p:nvPr>
        </p:nvSpPr>
        <p:spPr>
          <a:xfrm>
            <a:off x="6851475" y="3139471"/>
            <a:ext cx="14484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07" name="Google Shape;1007;p97"/>
          <p:cNvSpPr/>
          <p:nvPr/>
        </p:nvSpPr>
        <p:spPr>
          <a:xfrm>
            <a:off x="5551238" y="2593000"/>
            <a:ext cx="933600" cy="933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08" name="Google Shape;1008;p97"/>
          <p:cNvSpPr/>
          <p:nvPr/>
        </p:nvSpPr>
        <p:spPr>
          <a:xfrm>
            <a:off x="7030625" y="1499962"/>
            <a:ext cx="933600" cy="933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09" name="Google Shape;1009;p97"/>
          <p:cNvSpPr/>
          <p:nvPr/>
        </p:nvSpPr>
        <p:spPr>
          <a:xfrm>
            <a:off x="4105188" y="1499975"/>
            <a:ext cx="933600" cy="933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0" name="Google Shape;1010;p97"/>
          <p:cNvSpPr/>
          <p:nvPr/>
        </p:nvSpPr>
        <p:spPr>
          <a:xfrm>
            <a:off x="2631825" y="2593000"/>
            <a:ext cx="933600" cy="933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1" name="Google Shape;1011;p9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2" name="Google Shape;1012;p97"/>
          <p:cNvSpPr/>
          <p:nvPr/>
        </p:nvSpPr>
        <p:spPr>
          <a:xfrm>
            <a:off x="1158450" y="1512575"/>
            <a:ext cx="933600" cy="933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3" name="Google Shape;1013;p97"/>
          <p:cNvSpPr txBox="1"/>
          <p:nvPr>
            <p:ph idx="6" type="subTitle"/>
          </p:nvPr>
        </p:nvSpPr>
        <p:spPr>
          <a:xfrm>
            <a:off x="2353650" y="3650552"/>
            <a:ext cx="1448400" cy="3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14" name="Google Shape;1014;p97"/>
          <p:cNvSpPr txBox="1"/>
          <p:nvPr>
            <p:ph idx="7" type="subTitle"/>
          </p:nvPr>
        </p:nvSpPr>
        <p:spPr>
          <a:xfrm>
            <a:off x="895925" y="2717102"/>
            <a:ext cx="1448400" cy="3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15" name="Google Shape;1015;p97"/>
          <p:cNvSpPr txBox="1"/>
          <p:nvPr>
            <p:ph idx="8" type="subTitle"/>
          </p:nvPr>
        </p:nvSpPr>
        <p:spPr>
          <a:xfrm>
            <a:off x="3852925" y="2717102"/>
            <a:ext cx="1448400" cy="3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16" name="Google Shape;1016;p97"/>
          <p:cNvSpPr txBox="1"/>
          <p:nvPr>
            <p:ph idx="9" type="subTitle"/>
          </p:nvPr>
        </p:nvSpPr>
        <p:spPr>
          <a:xfrm>
            <a:off x="5352200" y="3650552"/>
            <a:ext cx="1448400" cy="3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17" name="Google Shape;1017;p97"/>
          <p:cNvSpPr txBox="1"/>
          <p:nvPr>
            <p:ph idx="13" type="subTitle"/>
          </p:nvPr>
        </p:nvSpPr>
        <p:spPr>
          <a:xfrm>
            <a:off x="6851475" y="2717102"/>
            <a:ext cx="1448400" cy="3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18" name="Google Shape;1018;p97"/>
          <p:cNvSpPr txBox="1"/>
          <p:nvPr/>
        </p:nvSpPr>
        <p:spPr>
          <a:xfrm>
            <a:off x="1383700" y="1762629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sz="36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9" name="Google Shape;1019;p97"/>
          <p:cNvSpPr txBox="1"/>
          <p:nvPr/>
        </p:nvSpPr>
        <p:spPr>
          <a:xfrm>
            <a:off x="2864850" y="284305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sz="36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0" name="Google Shape;1020;p97"/>
          <p:cNvSpPr txBox="1"/>
          <p:nvPr/>
        </p:nvSpPr>
        <p:spPr>
          <a:xfrm>
            <a:off x="4319763" y="175000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sz="36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1" name="Google Shape;1021;p97"/>
          <p:cNvSpPr txBox="1"/>
          <p:nvPr/>
        </p:nvSpPr>
        <p:spPr>
          <a:xfrm>
            <a:off x="5773675" y="2843054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sz="36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2" name="Google Shape;1022;p97"/>
          <p:cNvSpPr txBox="1"/>
          <p:nvPr/>
        </p:nvSpPr>
        <p:spPr>
          <a:xfrm>
            <a:off x="7255850" y="1762629"/>
            <a:ext cx="42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b="1" sz="36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61">
          <p15:clr>
            <a:srgbClr val="E46962"/>
          </p15:clr>
        </p15:guide>
        <p15:guide id="2" orient="horz" pos="1705">
          <p15:clr>
            <a:srgbClr val="E46962"/>
          </p15:clr>
        </p15:guide>
        <p15:guide id="3" orient="horz" pos="1944">
          <p15:clr>
            <a:srgbClr val="E46962"/>
          </p15:clr>
        </p15:guide>
        <p15:guide id="4" pos="1480">
          <p15:clr>
            <a:srgbClr val="E46962"/>
          </p15:clr>
        </p15:guide>
        <p15:guide id="5" pos="2395">
          <p15:clr>
            <a:srgbClr val="E46962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3">
  <p:cSld name="CUSTOM_15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Google Shape;1024;p98"/>
          <p:cNvGrpSpPr/>
          <p:nvPr/>
        </p:nvGrpSpPr>
        <p:grpSpPr>
          <a:xfrm>
            <a:off x="7138250" y="1538099"/>
            <a:ext cx="1448400" cy="2311062"/>
            <a:chOff x="566250" y="2019300"/>
            <a:chExt cx="1448400" cy="1481925"/>
          </a:xfrm>
        </p:grpSpPr>
        <p:sp>
          <p:nvSpPr>
            <p:cNvPr id="1025" name="Google Shape;1025;p98"/>
            <p:cNvSpPr/>
            <p:nvPr/>
          </p:nvSpPr>
          <p:spPr>
            <a:xfrm>
              <a:off x="566250" y="2052825"/>
              <a:ext cx="1448400" cy="1448400"/>
            </a:xfrm>
            <a:prstGeom prst="rect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98"/>
            <p:cNvSpPr/>
            <p:nvPr/>
          </p:nvSpPr>
          <p:spPr>
            <a:xfrm>
              <a:off x="1562100" y="2019300"/>
              <a:ext cx="61800" cy="61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7" name="Google Shape;1027;p98"/>
          <p:cNvGrpSpPr/>
          <p:nvPr/>
        </p:nvGrpSpPr>
        <p:grpSpPr>
          <a:xfrm>
            <a:off x="5498350" y="1538099"/>
            <a:ext cx="1448400" cy="2311062"/>
            <a:chOff x="566250" y="2019300"/>
            <a:chExt cx="1448400" cy="1481925"/>
          </a:xfrm>
        </p:grpSpPr>
        <p:sp>
          <p:nvSpPr>
            <p:cNvPr id="1028" name="Google Shape;1028;p98"/>
            <p:cNvSpPr/>
            <p:nvPr/>
          </p:nvSpPr>
          <p:spPr>
            <a:xfrm>
              <a:off x="566250" y="2052825"/>
              <a:ext cx="1448400" cy="1448400"/>
            </a:xfrm>
            <a:prstGeom prst="rect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98"/>
            <p:cNvSpPr/>
            <p:nvPr/>
          </p:nvSpPr>
          <p:spPr>
            <a:xfrm>
              <a:off x="1562100" y="2019300"/>
              <a:ext cx="61800" cy="61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98"/>
          <p:cNvGrpSpPr/>
          <p:nvPr/>
        </p:nvGrpSpPr>
        <p:grpSpPr>
          <a:xfrm>
            <a:off x="3854575" y="1538079"/>
            <a:ext cx="1448400" cy="2311062"/>
            <a:chOff x="566250" y="2019300"/>
            <a:chExt cx="1448400" cy="1481925"/>
          </a:xfrm>
        </p:grpSpPr>
        <p:sp>
          <p:nvSpPr>
            <p:cNvPr id="1031" name="Google Shape;1031;p98"/>
            <p:cNvSpPr/>
            <p:nvPr/>
          </p:nvSpPr>
          <p:spPr>
            <a:xfrm>
              <a:off x="566250" y="2052825"/>
              <a:ext cx="1448400" cy="1448400"/>
            </a:xfrm>
            <a:prstGeom prst="rect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98"/>
            <p:cNvSpPr/>
            <p:nvPr/>
          </p:nvSpPr>
          <p:spPr>
            <a:xfrm>
              <a:off x="1562100" y="2019300"/>
              <a:ext cx="61800" cy="61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3" name="Google Shape;1033;p98"/>
          <p:cNvGrpSpPr/>
          <p:nvPr/>
        </p:nvGrpSpPr>
        <p:grpSpPr>
          <a:xfrm>
            <a:off x="2197250" y="1538079"/>
            <a:ext cx="1448400" cy="2311062"/>
            <a:chOff x="566250" y="2019300"/>
            <a:chExt cx="1448400" cy="1481925"/>
          </a:xfrm>
        </p:grpSpPr>
        <p:sp>
          <p:nvSpPr>
            <p:cNvPr id="1034" name="Google Shape;1034;p98"/>
            <p:cNvSpPr/>
            <p:nvPr/>
          </p:nvSpPr>
          <p:spPr>
            <a:xfrm>
              <a:off x="566250" y="2052825"/>
              <a:ext cx="1448400" cy="1448400"/>
            </a:xfrm>
            <a:prstGeom prst="rect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98"/>
            <p:cNvSpPr/>
            <p:nvPr/>
          </p:nvSpPr>
          <p:spPr>
            <a:xfrm>
              <a:off x="1562100" y="2019300"/>
              <a:ext cx="61800" cy="61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6" name="Google Shape;1036;p9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037" name="Google Shape;1037;p98"/>
          <p:cNvGrpSpPr/>
          <p:nvPr/>
        </p:nvGrpSpPr>
        <p:grpSpPr>
          <a:xfrm>
            <a:off x="566250" y="1538099"/>
            <a:ext cx="1448400" cy="2311062"/>
            <a:chOff x="566250" y="2019300"/>
            <a:chExt cx="1448400" cy="1481925"/>
          </a:xfrm>
        </p:grpSpPr>
        <p:sp>
          <p:nvSpPr>
            <p:cNvPr id="1038" name="Google Shape;1038;p98"/>
            <p:cNvSpPr/>
            <p:nvPr/>
          </p:nvSpPr>
          <p:spPr>
            <a:xfrm>
              <a:off x="566250" y="2052825"/>
              <a:ext cx="1448400" cy="1448400"/>
            </a:xfrm>
            <a:prstGeom prst="rect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98"/>
            <p:cNvSpPr/>
            <p:nvPr/>
          </p:nvSpPr>
          <p:spPr>
            <a:xfrm>
              <a:off x="1562100" y="2019300"/>
              <a:ext cx="61800" cy="61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0" name="Google Shape;1040;p98"/>
          <p:cNvSpPr/>
          <p:nvPr/>
        </p:nvSpPr>
        <p:spPr>
          <a:xfrm>
            <a:off x="1675775" y="1392702"/>
            <a:ext cx="451800" cy="70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98"/>
          <p:cNvSpPr/>
          <p:nvPr/>
        </p:nvSpPr>
        <p:spPr>
          <a:xfrm>
            <a:off x="3307800" y="1392702"/>
            <a:ext cx="451800" cy="70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98"/>
          <p:cNvSpPr/>
          <p:nvPr/>
        </p:nvSpPr>
        <p:spPr>
          <a:xfrm>
            <a:off x="4958875" y="1392702"/>
            <a:ext cx="451800" cy="70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98"/>
          <p:cNvSpPr/>
          <p:nvPr/>
        </p:nvSpPr>
        <p:spPr>
          <a:xfrm>
            <a:off x="6608038" y="1392702"/>
            <a:ext cx="451800" cy="70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98"/>
          <p:cNvSpPr/>
          <p:nvPr/>
        </p:nvSpPr>
        <p:spPr>
          <a:xfrm>
            <a:off x="8241975" y="1392702"/>
            <a:ext cx="451800" cy="70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98"/>
          <p:cNvSpPr txBox="1"/>
          <p:nvPr>
            <p:ph idx="1" type="subTitle"/>
          </p:nvPr>
        </p:nvSpPr>
        <p:spPr>
          <a:xfrm>
            <a:off x="566250" y="2150651"/>
            <a:ext cx="14484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46" name="Google Shape;1046;p98"/>
          <p:cNvSpPr txBox="1"/>
          <p:nvPr>
            <p:ph idx="2" type="subTitle"/>
          </p:nvPr>
        </p:nvSpPr>
        <p:spPr>
          <a:xfrm>
            <a:off x="2210213" y="2150612"/>
            <a:ext cx="14484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47" name="Google Shape;1047;p98"/>
          <p:cNvSpPr txBox="1"/>
          <p:nvPr>
            <p:ph idx="3" type="subTitle"/>
          </p:nvPr>
        </p:nvSpPr>
        <p:spPr>
          <a:xfrm>
            <a:off x="3854375" y="2150612"/>
            <a:ext cx="14484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48" name="Google Shape;1048;p98"/>
          <p:cNvSpPr txBox="1"/>
          <p:nvPr>
            <p:ph idx="4" type="subTitle"/>
          </p:nvPr>
        </p:nvSpPr>
        <p:spPr>
          <a:xfrm>
            <a:off x="5498350" y="2150651"/>
            <a:ext cx="14484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ter"/>
              <a:buNone/>
              <a:defRPr b="1" sz="14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9" name="Google Shape;1049;p98"/>
          <p:cNvSpPr txBox="1"/>
          <p:nvPr>
            <p:ph idx="5" type="subTitle"/>
          </p:nvPr>
        </p:nvSpPr>
        <p:spPr>
          <a:xfrm>
            <a:off x="7129501" y="2150651"/>
            <a:ext cx="1448400" cy="5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50" name="Google Shape;1050;p98"/>
          <p:cNvSpPr/>
          <p:nvPr/>
        </p:nvSpPr>
        <p:spPr>
          <a:xfrm>
            <a:off x="0" y="4057650"/>
            <a:ext cx="9144000" cy="108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8"/>
          <p:cNvSpPr txBox="1"/>
          <p:nvPr/>
        </p:nvSpPr>
        <p:spPr>
          <a:xfrm>
            <a:off x="1696500" y="1488849"/>
            <a:ext cx="3228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sz="24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52" name="Google Shape;1052;p98"/>
          <p:cNvSpPr txBox="1"/>
          <p:nvPr/>
        </p:nvSpPr>
        <p:spPr>
          <a:xfrm>
            <a:off x="3279250" y="1488849"/>
            <a:ext cx="3228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sz="24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53" name="Google Shape;1053;p98"/>
          <p:cNvSpPr txBox="1"/>
          <p:nvPr/>
        </p:nvSpPr>
        <p:spPr>
          <a:xfrm>
            <a:off x="4943650" y="1488849"/>
            <a:ext cx="3228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sz="24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54" name="Google Shape;1054;p98"/>
          <p:cNvSpPr txBox="1"/>
          <p:nvPr/>
        </p:nvSpPr>
        <p:spPr>
          <a:xfrm>
            <a:off x="6564450" y="1488849"/>
            <a:ext cx="3228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sz="24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55" name="Google Shape;1055;p98"/>
          <p:cNvSpPr txBox="1"/>
          <p:nvPr/>
        </p:nvSpPr>
        <p:spPr>
          <a:xfrm>
            <a:off x="8241975" y="1488849"/>
            <a:ext cx="3228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b="1" sz="240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56" name="Google Shape;1056;p98"/>
          <p:cNvSpPr txBox="1"/>
          <p:nvPr>
            <p:ph idx="6" type="body"/>
          </p:nvPr>
        </p:nvSpPr>
        <p:spPr>
          <a:xfrm>
            <a:off x="568575" y="3053925"/>
            <a:ext cx="14484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7" name="Google Shape;1057;p98"/>
          <p:cNvSpPr txBox="1"/>
          <p:nvPr>
            <p:ph idx="7" type="body"/>
          </p:nvPr>
        </p:nvSpPr>
        <p:spPr>
          <a:xfrm>
            <a:off x="2199575" y="3053925"/>
            <a:ext cx="14484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8" name="Google Shape;1058;p98"/>
          <p:cNvSpPr txBox="1"/>
          <p:nvPr>
            <p:ph idx="8" type="body"/>
          </p:nvPr>
        </p:nvSpPr>
        <p:spPr>
          <a:xfrm>
            <a:off x="3856900" y="3053925"/>
            <a:ext cx="14484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9" name="Google Shape;1059;p98"/>
          <p:cNvSpPr txBox="1"/>
          <p:nvPr>
            <p:ph idx="9" type="body"/>
          </p:nvPr>
        </p:nvSpPr>
        <p:spPr>
          <a:xfrm>
            <a:off x="5500675" y="3053925"/>
            <a:ext cx="14484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SemiBold"/>
              <a:buChar char="●"/>
              <a:defRPr sz="10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 SemiBold"/>
              <a:buChar char="○"/>
              <a:defRPr sz="10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 SemiBold"/>
              <a:buChar char="■"/>
              <a:defRPr sz="10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 SemiBold"/>
              <a:buChar char="●"/>
              <a:defRPr sz="10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 SemiBold"/>
              <a:buChar char="○"/>
              <a:defRPr sz="10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 SemiBold"/>
              <a:buChar char="■"/>
              <a:defRPr sz="10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 SemiBold"/>
              <a:buChar char="●"/>
              <a:defRPr sz="10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 SemiBold"/>
              <a:buChar char="○"/>
              <a:defRPr sz="10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 SemiBold"/>
              <a:buChar char="■"/>
              <a:defRPr sz="10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060" name="Google Shape;1060;p98"/>
          <p:cNvSpPr txBox="1"/>
          <p:nvPr>
            <p:ph idx="13" type="body"/>
          </p:nvPr>
        </p:nvSpPr>
        <p:spPr>
          <a:xfrm>
            <a:off x="7140575" y="3053925"/>
            <a:ext cx="1448400" cy="7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 1">
  <p:cSld name="CUSTOM_16_1"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99"/>
          <p:cNvSpPr/>
          <p:nvPr/>
        </p:nvSpPr>
        <p:spPr>
          <a:xfrm>
            <a:off x="581025" y="1857300"/>
            <a:ext cx="8011500" cy="2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3" name="Google Shape;1063;p99"/>
          <p:cNvSpPr txBox="1"/>
          <p:nvPr>
            <p:ph type="title"/>
          </p:nvPr>
        </p:nvSpPr>
        <p:spPr>
          <a:xfrm>
            <a:off x="581025" y="3114750"/>
            <a:ext cx="3224700" cy="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64" name="Google Shape;1064;p99"/>
          <p:cNvSpPr/>
          <p:nvPr>
            <p:ph idx="2" type="pic"/>
          </p:nvPr>
        </p:nvSpPr>
        <p:spPr>
          <a:xfrm>
            <a:off x="0" y="0"/>
            <a:ext cx="9144000" cy="18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65" name="Google Shape;1065;p99"/>
          <p:cNvSpPr txBox="1"/>
          <p:nvPr>
            <p:ph idx="1" type="body"/>
          </p:nvPr>
        </p:nvSpPr>
        <p:spPr>
          <a:xfrm>
            <a:off x="4362375" y="2838575"/>
            <a:ext cx="4230000" cy="42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066" name="Google Shape;1066;p99"/>
          <p:cNvCxnSpPr/>
          <p:nvPr/>
        </p:nvCxnSpPr>
        <p:spPr>
          <a:xfrm>
            <a:off x="4076700" y="2390775"/>
            <a:ext cx="0" cy="2533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7" name="Google Shape;1067;p99"/>
          <p:cNvSpPr txBox="1"/>
          <p:nvPr>
            <p:ph idx="3" type="body"/>
          </p:nvPr>
        </p:nvSpPr>
        <p:spPr>
          <a:xfrm>
            <a:off x="4347675" y="3667225"/>
            <a:ext cx="4230000" cy="42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8" name="Google Shape;1068;p99"/>
          <p:cNvSpPr txBox="1"/>
          <p:nvPr>
            <p:ph idx="4" type="body"/>
          </p:nvPr>
        </p:nvSpPr>
        <p:spPr>
          <a:xfrm>
            <a:off x="4347675" y="4495875"/>
            <a:ext cx="4230000" cy="42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9" name="Google Shape;1069;p99"/>
          <p:cNvSpPr txBox="1"/>
          <p:nvPr/>
        </p:nvSpPr>
        <p:spPr>
          <a:xfrm>
            <a:off x="4347675" y="242548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Number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070" name="Google Shape;1070;p99"/>
          <p:cNvSpPr txBox="1"/>
          <p:nvPr/>
        </p:nvSpPr>
        <p:spPr>
          <a:xfrm>
            <a:off x="4362375" y="332098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Email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071" name="Google Shape;1071;p99"/>
          <p:cNvSpPr txBox="1"/>
          <p:nvPr/>
        </p:nvSpPr>
        <p:spPr>
          <a:xfrm>
            <a:off x="4362375" y="414963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Site Link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31">
          <p15:clr>
            <a:srgbClr val="E46962"/>
          </p15:clr>
        </p15:guide>
        <p15:guide id="2" orient="horz" pos="1659">
          <p15:clr>
            <a:srgbClr val="E46962"/>
          </p15:clr>
        </p15:guide>
        <p15:guide id="3" orient="horz" pos="2181">
          <p15:clr>
            <a:srgbClr val="E46962"/>
          </p15:clr>
        </p15:guide>
        <p15:guide id="4" orient="horz" pos="2703">
          <p15:clr>
            <a:srgbClr val="E46962"/>
          </p15:clr>
        </p15:guide>
        <p15:guide id="5" pos="2748">
          <p15:clr>
            <a:srgbClr val="E46962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2">
  <p:cSld name="CUSTOM_17"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00"/>
          <p:cNvSpPr txBox="1"/>
          <p:nvPr>
            <p:ph type="title"/>
          </p:nvPr>
        </p:nvSpPr>
        <p:spPr>
          <a:xfrm>
            <a:off x="4572000" y="185350"/>
            <a:ext cx="400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74" name="Google Shape;1074;p100"/>
          <p:cNvSpPr/>
          <p:nvPr/>
        </p:nvSpPr>
        <p:spPr>
          <a:xfrm>
            <a:off x="0" y="-14325"/>
            <a:ext cx="4286400" cy="516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5" name="Google Shape;1075;p100"/>
          <p:cNvSpPr/>
          <p:nvPr>
            <p:ph idx="2" type="pic"/>
          </p:nvPr>
        </p:nvSpPr>
        <p:spPr>
          <a:xfrm>
            <a:off x="771600" y="-4725"/>
            <a:ext cx="2743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6" name="Google Shape;1076;p100"/>
          <p:cNvSpPr/>
          <p:nvPr/>
        </p:nvSpPr>
        <p:spPr>
          <a:xfrm>
            <a:off x="4572013" y="882575"/>
            <a:ext cx="3956100" cy="795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100"/>
          <p:cNvSpPr txBox="1"/>
          <p:nvPr>
            <p:ph idx="1" type="body"/>
          </p:nvPr>
        </p:nvSpPr>
        <p:spPr>
          <a:xfrm>
            <a:off x="4572000" y="1240150"/>
            <a:ext cx="3956100" cy="4377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8" name="Google Shape;1078;p100"/>
          <p:cNvSpPr/>
          <p:nvPr/>
        </p:nvSpPr>
        <p:spPr>
          <a:xfrm>
            <a:off x="8528088" y="882600"/>
            <a:ext cx="49800" cy="795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9" name="Google Shape;1079;p100"/>
          <p:cNvSpPr/>
          <p:nvPr/>
        </p:nvSpPr>
        <p:spPr>
          <a:xfrm>
            <a:off x="4572013" y="1906525"/>
            <a:ext cx="3956100" cy="795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100"/>
          <p:cNvSpPr txBox="1"/>
          <p:nvPr>
            <p:ph idx="3" type="body"/>
          </p:nvPr>
        </p:nvSpPr>
        <p:spPr>
          <a:xfrm>
            <a:off x="4572000" y="2264100"/>
            <a:ext cx="3956100" cy="4377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1" name="Google Shape;1081;p100"/>
          <p:cNvSpPr/>
          <p:nvPr/>
        </p:nvSpPr>
        <p:spPr>
          <a:xfrm>
            <a:off x="8528088" y="1906550"/>
            <a:ext cx="49800" cy="795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2" name="Google Shape;1082;p100"/>
          <p:cNvSpPr/>
          <p:nvPr/>
        </p:nvSpPr>
        <p:spPr>
          <a:xfrm>
            <a:off x="4572013" y="2930500"/>
            <a:ext cx="3956100" cy="795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00"/>
          <p:cNvSpPr txBox="1"/>
          <p:nvPr>
            <p:ph idx="4" type="body"/>
          </p:nvPr>
        </p:nvSpPr>
        <p:spPr>
          <a:xfrm>
            <a:off x="4572000" y="3288075"/>
            <a:ext cx="3956100" cy="4377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4" name="Google Shape;1084;p100"/>
          <p:cNvSpPr/>
          <p:nvPr/>
        </p:nvSpPr>
        <p:spPr>
          <a:xfrm>
            <a:off x="8528088" y="2930525"/>
            <a:ext cx="49800" cy="795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5" name="Google Shape;1085;p100"/>
          <p:cNvSpPr/>
          <p:nvPr/>
        </p:nvSpPr>
        <p:spPr>
          <a:xfrm>
            <a:off x="4572025" y="3954500"/>
            <a:ext cx="3956100" cy="1065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100"/>
          <p:cNvSpPr txBox="1"/>
          <p:nvPr>
            <p:ph idx="5" type="body"/>
          </p:nvPr>
        </p:nvSpPr>
        <p:spPr>
          <a:xfrm>
            <a:off x="4572000" y="4312075"/>
            <a:ext cx="3956100" cy="6789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7" name="Google Shape;1087;p100"/>
          <p:cNvSpPr/>
          <p:nvPr/>
        </p:nvSpPr>
        <p:spPr>
          <a:xfrm>
            <a:off x="8528100" y="3954534"/>
            <a:ext cx="49800" cy="106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8" name="Google Shape;1088;p100"/>
          <p:cNvSpPr txBox="1"/>
          <p:nvPr/>
        </p:nvSpPr>
        <p:spPr>
          <a:xfrm>
            <a:off x="4572025" y="94763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Number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089" name="Google Shape;1089;p100"/>
          <p:cNvSpPr txBox="1"/>
          <p:nvPr/>
        </p:nvSpPr>
        <p:spPr>
          <a:xfrm>
            <a:off x="4572025" y="197158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Email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090" name="Google Shape;1090;p100"/>
          <p:cNvSpPr txBox="1"/>
          <p:nvPr/>
        </p:nvSpPr>
        <p:spPr>
          <a:xfrm>
            <a:off x="4572025" y="299553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Site Link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091" name="Google Shape;1091;p100"/>
          <p:cNvSpPr txBox="1"/>
          <p:nvPr/>
        </p:nvSpPr>
        <p:spPr>
          <a:xfrm>
            <a:off x="4572025" y="401948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Address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689">
          <p15:clr>
            <a:srgbClr val="E46962"/>
          </p15:clr>
        </p15:guide>
        <p15:guide id="3" orient="horz" pos="1334">
          <p15:clr>
            <a:srgbClr val="E46962"/>
          </p15:clr>
        </p15:guide>
        <p15:guide id="4" orient="horz" pos="1979">
          <p15:clr>
            <a:srgbClr val="E46962"/>
          </p15:clr>
        </p15:guide>
        <p15:guide id="5" orient="horz" pos="2624">
          <p15:clr>
            <a:srgbClr val="E46962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3">
  <p:cSld name="CUSTOM_18_2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01"/>
          <p:cNvSpPr/>
          <p:nvPr/>
        </p:nvSpPr>
        <p:spPr>
          <a:xfrm>
            <a:off x="1924050" y="1109375"/>
            <a:ext cx="6653700" cy="391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01"/>
          <p:cNvSpPr/>
          <p:nvPr/>
        </p:nvSpPr>
        <p:spPr>
          <a:xfrm>
            <a:off x="757275" y="445025"/>
            <a:ext cx="2571600" cy="269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5" name="Google Shape;1095;p101"/>
          <p:cNvSpPr txBox="1"/>
          <p:nvPr>
            <p:ph type="title"/>
          </p:nvPr>
        </p:nvSpPr>
        <p:spPr>
          <a:xfrm>
            <a:off x="3612600" y="445025"/>
            <a:ext cx="496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96" name="Google Shape;1096;p101"/>
          <p:cNvSpPr/>
          <p:nvPr>
            <p:ph idx="2" type="pic"/>
          </p:nvPr>
        </p:nvSpPr>
        <p:spPr>
          <a:xfrm>
            <a:off x="609600" y="445025"/>
            <a:ext cx="2619300" cy="2619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7" name="Google Shape;1097;p101"/>
          <p:cNvSpPr txBox="1"/>
          <p:nvPr>
            <p:ph idx="1" type="body"/>
          </p:nvPr>
        </p:nvSpPr>
        <p:spPr>
          <a:xfrm>
            <a:off x="3587900" y="1578075"/>
            <a:ext cx="3857400" cy="478200"/>
          </a:xfrm>
          <a:prstGeom prst="rect">
            <a:avLst/>
          </a:prstGeom>
        </p:spPr>
        <p:txBody>
          <a:bodyPr anchorCtr="0" anchor="ctr" bIns="36000" lIns="0" spcFirstLastPara="1" rIns="91425" wrap="square" tIns="36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8" name="Google Shape;1098;p101"/>
          <p:cNvSpPr txBox="1"/>
          <p:nvPr>
            <p:ph idx="3" type="body"/>
          </p:nvPr>
        </p:nvSpPr>
        <p:spPr>
          <a:xfrm>
            <a:off x="3587900" y="2421975"/>
            <a:ext cx="3857400" cy="478200"/>
          </a:xfrm>
          <a:prstGeom prst="rect">
            <a:avLst/>
          </a:prstGeom>
        </p:spPr>
        <p:txBody>
          <a:bodyPr anchorCtr="0" anchor="ctr" bIns="36000" lIns="0" spcFirstLastPara="1" rIns="91425" wrap="square" tIns="36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9" name="Google Shape;1099;p101"/>
          <p:cNvSpPr txBox="1"/>
          <p:nvPr>
            <p:ph idx="4" type="body"/>
          </p:nvPr>
        </p:nvSpPr>
        <p:spPr>
          <a:xfrm>
            <a:off x="3587900" y="3265875"/>
            <a:ext cx="3857400" cy="478200"/>
          </a:xfrm>
          <a:prstGeom prst="rect">
            <a:avLst/>
          </a:prstGeom>
        </p:spPr>
        <p:txBody>
          <a:bodyPr anchorCtr="0" anchor="ctr" bIns="36000" lIns="0" spcFirstLastPara="1" rIns="91425" wrap="square" tIns="36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0" name="Google Shape;1100;p101"/>
          <p:cNvSpPr txBox="1"/>
          <p:nvPr>
            <p:ph idx="5" type="body"/>
          </p:nvPr>
        </p:nvSpPr>
        <p:spPr>
          <a:xfrm>
            <a:off x="3587900" y="4109775"/>
            <a:ext cx="3857400" cy="833700"/>
          </a:xfrm>
          <a:prstGeom prst="rect">
            <a:avLst/>
          </a:prstGeom>
        </p:spPr>
        <p:txBody>
          <a:bodyPr anchorCtr="0" anchor="ctr" bIns="36000" lIns="0" spcFirstLastPara="1" rIns="91425" wrap="square" tIns="36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1" name="Google Shape;1101;p101"/>
          <p:cNvSpPr txBox="1"/>
          <p:nvPr/>
        </p:nvSpPr>
        <p:spPr>
          <a:xfrm>
            <a:off x="3587900" y="1231013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Number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102" name="Google Shape;1102;p101"/>
          <p:cNvSpPr txBox="1"/>
          <p:nvPr/>
        </p:nvSpPr>
        <p:spPr>
          <a:xfrm>
            <a:off x="3587900" y="2092863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Email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103" name="Google Shape;1103;p101"/>
          <p:cNvSpPr txBox="1"/>
          <p:nvPr/>
        </p:nvSpPr>
        <p:spPr>
          <a:xfrm>
            <a:off x="3587900" y="2900163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Site Link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104" name="Google Shape;1104;p101"/>
          <p:cNvSpPr txBox="1"/>
          <p:nvPr/>
        </p:nvSpPr>
        <p:spPr>
          <a:xfrm>
            <a:off x="3587900" y="3780663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Address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260">
          <p15:clr>
            <a:srgbClr val="E46962"/>
          </p15:clr>
        </p15:guide>
        <p15:guide id="2" pos="4706">
          <p15:clr>
            <a:srgbClr val="E46962"/>
          </p15:clr>
        </p15:guide>
        <p15:guide id="3" orient="horz" pos="3240">
          <p15:clr>
            <a:srgbClr val="E46962"/>
          </p15:clr>
        </p15:guide>
        <p15:guide id="4" orient="horz" pos="879">
          <p15:clr>
            <a:srgbClr val="E46962"/>
          </p15:clr>
        </p15:guide>
        <p15:guide id="5" orient="horz" pos="1410">
          <p15:clr>
            <a:srgbClr val="E46962"/>
          </p15:clr>
        </p15:guide>
        <p15:guide id="6" orient="horz" pos="1931">
          <p15:clr>
            <a:srgbClr val="E46962"/>
          </p15:clr>
        </p15:guide>
        <p15:guide id="7" orient="horz" pos="2474">
          <p15:clr>
            <a:srgbClr val="E46962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 1">
  <p:cSld name="CUSTOM_19_1"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02"/>
          <p:cNvSpPr/>
          <p:nvPr/>
        </p:nvSpPr>
        <p:spPr>
          <a:xfrm>
            <a:off x="6896100" y="-28575"/>
            <a:ext cx="2247900" cy="51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7" name="Google Shape;1107;p102"/>
          <p:cNvSpPr/>
          <p:nvPr/>
        </p:nvSpPr>
        <p:spPr>
          <a:xfrm>
            <a:off x="566250" y="1342650"/>
            <a:ext cx="8011500" cy="31440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10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09" name="Google Shape;1109;p102"/>
          <p:cNvSpPr/>
          <p:nvPr>
            <p:ph idx="2" type="pic"/>
          </p:nvPr>
        </p:nvSpPr>
        <p:spPr>
          <a:xfrm>
            <a:off x="859325" y="1628205"/>
            <a:ext cx="1839300" cy="1839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0" name="Google Shape;1110;p102"/>
          <p:cNvSpPr txBox="1"/>
          <p:nvPr>
            <p:ph idx="1" type="subTitle"/>
          </p:nvPr>
        </p:nvSpPr>
        <p:spPr>
          <a:xfrm>
            <a:off x="859325" y="3544585"/>
            <a:ext cx="2001600" cy="321000"/>
          </a:xfrm>
          <a:prstGeom prst="rect">
            <a:avLst/>
          </a:prstGeom>
        </p:spPr>
        <p:txBody>
          <a:bodyPr anchorCtr="0" anchor="ctr" bIns="91425" lIns="0" spcFirstLastPara="1" rIns="91425" wrap="square" tIns="900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Space Grotesk SemiBold"/>
              <a:buNone/>
              <a:defRPr sz="13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111" name="Google Shape;1111;p102"/>
          <p:cNvSpPr txBox="1"/>
          <p:nvPr>
            <p:ph idx="3" type="body"/>
          </p:nvPr>
        </p:nvSpPr>
        <p:spPr>
          <a:xfrm>
            <a:off x="3231925" y="1628200"/>
            <a:ext cx="4905900" cy="240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2" name="Google Shape;1112;p102"/>
          <p:cNvSpPr txBox="1"/>
          <p:nvPr>
            <p:ph idx="4" type="body"/>
          </p:nvPr>
        </p:nvSpPr>
        <p:spPr>
          <a:xfrm>
            <a:off x="859325" y="4000400"/>
            <a:ext cx="2576100" cy="321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164">
          <p15:clr>
            <a:srgbClr val="E46962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2">
  <p:cSld name="CUSTOM_20"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03"/>
          <p:cNvSpPr/>
          <p:nvPr/>
        </p:nvSpPr>
        <p:spPr>
          <a:xfrm>
            <a:off x="590550" y="1186175"/>
            <a:ext cx="8011500" cy="32532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103"/>
          <p:cNvSpPr/>
          <p:nvPr/>
        </p:nvSpPr>
        <p:spPr>
          <a:xfrm>
            <a:off x="581025" y="2743200"/>
            <a:ext cx="2114700" cy="169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6" name="Google Shape;1116;p10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17" name="Google Shape;1117;p103"/>
          <p:cNvSpPr/>
          <p:nvPr>
            <p:ph idx="2" type="pic"/>
          </p:nvPr>
        </p:nvSpPr>
        <p:spPr>
          <a:xfrm>
            <a:off x="580950" y="1377275"/>
            <a:ext cx="2114700" cy="1924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8" name="Google Shape;1118;p103"/>
          <p:cNvSpPr txBox="1"/>
          <p:nvPr>
            <p:ph idx="1" type="subTitle"/>
          </p:nvPr>
        </p:nvSpPr>
        <p:spPr>
          <a:xfrm>
            <a:off x="648500" y="3414025"/>
            <a:ext cx="2002200" cy="354900"/>
          </a:xfrm>
          <a:prstGeom prst="rect">
            <a:avLst/>
          </a:prstGeom>
        </p:spPr>
        <p:txBody>
          <a:bodyPr anchorCtr="0" anchor="ctr" bIns="91425" lIns="0" spcFirstLastPara="1" rIns="126000" wrap="square" tIns="900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 SemiBold"/>
              <a:buNone/>
              <a:defRPr sz="1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119" name="Google Shape;1119;p103"/>
          <p:cNvSpPr txBox="1"/>
          <p:nvPr>
            <p:ph idx="3" type="body"/>
          </p:nvPr>
        </p:nvSpPr>
        <p:spPr>
          <a:xfrm>
            <a:off x="2894025" y="1635425"/>
            <a:ext cx="5536500" cy="2354700"/>
          </a:xfrm>
          <a:prstGeom prst="rect">
            <a:avLst/>
          </a:prstGeom>
        </p:spPr>
        <p:txBody>
          <a:bodyPr anchorCtr="0" anchor="t" bIns="108000" lIns="0" spcFirstLastPara="1" rIns="108000" wrap="square" tIns="180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0" name="Google Shape;1120;p103"/>
          <p:cNvSpPr txBox="1"/>
          <p:nvPr>
            <p:ph idx="4" type="body"/>
          </p:nvPr>
        </p:nvSpPr>
        <p:spPr>
          <a:xfrm>
            <a:off x="648500" y="3805275"/>
            <a:ext cx="1930800" cy="302400"/>
          </a:xfrm>
          <a:prstGeom prst="rect">
            <a:avLst/>
          </a:prstGeom>
        </p:spPr>
        <p:txBody>
          <a:bodyPr anchorCtr="0" anchor="t" bIns="90000" lIns="90000" spcFirstLastPara="1" rIns="90000" wrap="square" tIns="900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02">
          <p15:clr>
            <a:srgbClr val="E46962"/>
          </p15:clr>
        </p15:guide>
        <p15:guide id="2" orient="horz" pos="2374">
          <p15:clr>
            <a:srgbClr val="E46962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3">
  <p:cSld name="CUSTOM_21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04"/>
          <p:cNvSpPr/>
          <p:nvPr/>
        </p:nvSpPr>
        <p:spPr>
          <a:xfrm>
            <a:off x="0" y="1962150"/>
            <a:ext cx="9144000" cy="188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3" name="Google Shape;1123;p104"/>
          <p:cNvSpPr/>
          <p:nvPr/>
        </p:nvSpPr>
        <p:spPr>
          <a:xfrm>
            <a:off x="307800" y="1263000"/>
            <a:ext cx="8528400" cy="328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104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25" name="Google Shape;1125;p104"/>
          <p:cNvSpPr/>
          <p:nvPr>
            <p:ph idx="2" type="pic"/>
          </p:nvPr>
        </p:nvSpPr>
        <p:spPr>
          <a:xfrm>
            <a:off x="633125" y="1576150"/>
            <a:ext cx="1886100" cy="1886100"/>
          </a:xfrm>
          <a:prstGeom prst="ellipse">
            <a:avLst/>
          </a:prstGeom>
          <a:noFill/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6" name="Google Shape;1126;p104"/>
          <p:cNvSpPr txBox="1"/>
          <p:nvPr>
            <p:ph idx="1" type="body"/>
          </p:nvPr>
        </p:nvSpPr>
        <p:spPr>
          <a:xfrm>
            <a:off x="573025" y="4020675"/>
            <a:ext cx="2662500" cy="403500"/>
          </a:xfrm>
          <a:prstGeom prst="rect">
            <a:avLst/>
          </a:prstGeom>
        </p:spPr>
        <p:txBody>
          <a:bodyPr anchorCtr="0" anchor="ctr" bIns="108000" lIns="0" spcFirstLastPara="1" rIns="90000" wrap="square" tIns="108000">
            <a:norm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7" name="Google Shape;1127;p104"/>
          <p:cNvSpPr txBox="1"/>
          <p:nvPr>
            <p:ph idx="3" type="subTitle"/>
          </p:nvPr>
        </p:nvSpPr>
        <p:spPr>
          <a:xfrm>
            <a:off x="573025" y="3662325"/>
            <a:ext cx="2662500" cy="265500"/>
          </a:xfrm>
          <a:prstGeom prst="rect">
            <a:avLst/>
          </a:prstGeom>
        </p:spPr>
        <p:txBody>
          <a:bodyPr anchorCtr="0" anchor="ctr" bIns="108000" lIns="0" spcFirstLastPara="1" rIns="91425" wrap="square" tIns="1080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8" name="Google Shape;1128;p104"/>
          <p:cNvSpPr txBox="1"/>
          <p:nvPr>
            <p:ph idx="4" type="body"/>
          </p:nvPr>
        </p:nvSpPr>
        <p:spPr>
          <a:xfrm>
            <a:off x="3268325" y="1576150"/>
            <a:ext cx="4707000" cy="2547600"/>
          </a:xfrm>
          <a:prstGeom prst="rect">
            <a:avLst/>
          </a:prstGeom>
        </p:spPr>
        <p:txBody>
          <a:bodyPr anchorCtr="0" anchor="t" bIns="108000" lIns="0" spcFirstLastPara="1" rIns="91425" wrap="square" tIns="1080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059">
          <p15:clr>
            <a:srgbClr val="E46962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slide - v1">
  <p:cSld name="CUSTOM_22"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05"/>
          <p:cNvSpPr/>
          <p:nvPr>
            <p:ph idx="2" type="pic"/>
          </p:nvPr>
        </p:nvSpPr>
        <p:spPr>
          <a:xfrm>
            <a:off x="1266525" y="1796600"/>
            <a:ext cx="2300100" cy="2007900"/>
          </a:xfrm>
          <a:prstGeom prst="rect">
            <a:avLst/>
          </a:prstGeom>
          <a:noFill/>
          <a:ln>
            <a:noFill/>
          </a:ln>
        </p:spPr>
      </p:sp>
      <p:sp>
        <p:nvSpPr>
          <p:cNvPr id="1131" name="Google Shape;1131;p10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2" name="Google Shape;1132;p105"/>
          <p:cNvSpPr/>
          <p:nvPr/>
        </p:nvSpPr>
        <p:spPr>
          <a:xfrm>
            <a:off x="566250" y="1671800"/>
            <a:ext cx="119700" cy="225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3" name="Google Shape;1133;p105"/>
          <p:cNvSpPr/>
          <p:nvPr/>
        </p:nvSpPr>
        <p:spPr>
          <a:xfrm>
            <a:off x="3623775" y="1729700"/>
            <a:ext cx="3710400" cy="2141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4" name="Google Shape;1134;p105"/>
          <p:cNvSpPr txBox="1"/>
          <p:nvPr/>
        </p:nvSpPr>
        <p:spPr>
          <a:xfrm>
            <a:off x="3747600" y="1671800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sz="96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5" name="Google Shape;1135;p105"/>
          <p:cNvSpPr txBox="1"/>
          <p:nvPr/>
        </p:nvSpPr>
        <p:spPr>
          <a:xfrm flipH="1" rot="10800000">
            <a:off x="6586050" y="3480875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sz="96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6" name="Google Shape;1136;p105"/>
          <p:cNvSpPr txBox="1"/>
          <p:nvPr>
            <p:ph idx="1" type="body"/>
          </p:nvPr>
        </p:nvSpPr>
        <p:spPr>
          <a:xfrm>
            <a:off x="4319100" y="2075225"/>
            <a:ext cx="2267100" cy="1524000"/>
          </a:xfrm>
          <a:prstGeom prst="rect">
            <a:avLst/>
          </a:prstGeom>
        </p:spPr>
        <p:txBody>
          <a:bodyPr anchorCtr="0" anchor="ctr" bIns="90000" lIns="90000" spcFirstLastPara="1" rIns="90000" wrap="square" tIns="90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slide - v2 1">
  <p:cSld name="CUSTOM_23_1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10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9" name="Google Shape;1139;p106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06"/>
          <p:cNvSpPr/>
          <p:nvPr/>
        </p:nvSpPr>
        <p:spPr>
          <a:xfrm>
            <a:off x="1114350" y="1552500"/>
            <a:ext cx="6915300" cy="2152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06"/>
          <p:cNvSpPr txBox="1"/>
          <p:nvPr/>
        </p:nvSpPr>
        <p:spPr>
          <a:xfrm>
            <a:off x="1347300" y="1552500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5"/>
                </a:solidFill>
                <a:latin typeface="Lobster"/>
                <a:ea typeface="Lobster"/>
                <a:cs typeface="Lobster"/>
                <a:sym typeface="Lobster"/>
              </a:rPr>
              <a:t>“</a:t>
            </a:r>
            <a:endParaRPr sz="9600">
              <a:solidFill>
                <a:schemeClr val="accent5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42" name="Google Shape;1142;p106"/>
          <p:cNvSpPr txBox="1"/>
          <p:nvPr/>
        </p:nvSpPr>
        <p:spPr>
          <a:xfrm flipH="1" rot="10800000">
            <a:off x="7376625" y="3113925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5"/>
                </a:solidFill>
                <a:latin typeface="Lobster"/>
                <a:ea typeface="Lobster"/>
                <a:cs typeface="Lobster"/>
                <a:sym typeface="Lobster"/>
              </a:rPr>
              <a:t>“</a:t>
            </a:r>
            <a:endParaRPr sz="9600">
              <a:solidFill>
                <a:schemeClr val="accent5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43" name="Google Shape;1143;p106"/>
          <p:cNvSpPr txBox="1"/>
          <p:nvPr>
            <p:ph idx="1" type="body"/>
          </p:nvPr>
        </p:nvSpPr>
        <p:spPr>
          <a:xfrm>
            <a:off x="2044800" y="1882800"/>
            <a:ext cx="5186100" cy="1408500"/>
          </a:xfrm>
          <a:prstGeom prst="rect">
            <a:avLst/>
          </a:prstGeom>
        </p:spPr>
        <p:txBody>
          <a:bodyPr anchorCtr="0" anchor="ctr" bIns="180000" lIns="180000" spcFirstLastPara="1" rIns="180000" wrap="square" tIns="180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slide - v3">
  <p:cSld name="CUSTOM_24"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0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6" name="Google Shape;1146;p107"/>
          <p:cNvSpPr/>
          <p:nvPr/>
        </p:nvSpPr>
        <p:spPr>
          <a:xfrm>
            <a:off x="1685850" y="1514475"/>
            <a:ext cx="5772300" cy="29433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7" name="Google Shape;1147;p107"/>
          <p:cNvSpPr/>
          <p:nvPr/>
        </p:nvSpPr>
        <p:spPr>
          <a:xfrm>
            <a:off x="1343025" y="1333500"/>
            <a:ext cx="1200300" cy="120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107"/>
          <p:cNvSpPr/>
          <p:nvPr/>
        </p:nvSpPr>
        <p:spPr>
          <a:xfrm>
            <a:off x="6534150" y="3438525"/>
            <a:ext cx="1200300" cy="120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107"/>
          <p:cNvSpPr txBox="1"/>
          <p:nvPr/>
        </p:nvSpPr>
        <p:spPr>
          <a:xfrm>
            <a:off x="1190550" y="1110575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0">
                <a:solidFill>
                  <a:schemeClr val="accent5"/>
                </a:solidFill>
                <a:latin typeface="Lobster"/>
                <a:ea typeface="Lobster"/>
                <a:cs typeface="Lobster"/>
                <a:sym typeface="Lobster"/>
              </a:rPr>
              <a:t>“</a:t>
            </a:r>
            <a:endParaRPr sz="18000">
              <a:solidFill>
                <a:schemeClr val="accent5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50" name="Google Shape;1150;p107"/>
          <p:cNvSpPr txBox="1"/>
          <p:nvPr/>
        </p:nvSpPr>
        <p:spPr>
          <a:xfrm flipH="1" rot="10800000">
            <a:off x="7257975" y="4302275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0">
                <a:solidFill>
                  <a:schemeClr val="accent5"/>
                </a:solidFill>
                <a:latin typeface="Lobster"/>
                <a:ea typeface="Lobster"/>
                <a:cs typeface="Lobster"/>
                <a:sym typeface="Lobster"/>
              </a:rPr>
              <a:t>“</a:t>
            </a:r>
            <a:endParaRPr sz="18000">
              <a:solidFill>
                <a:schemeClr val="accent5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51" name="Google Shape;1151;p107"/>
          <p:cNvSpPr txBox="1"/>
          <p:nvPr>
            <p:ph idx="1" type="body"/>
          </p:nvPr>
        </p:nvSpPr>
        <p:spPr>
          <a:xfrm>
            <a:off x="2675888" y="1751925"/>
            <a:ext cx="3725700" cy="2468400"/>
          </a:xfrm>
          <a:prstGeom prst="rect">
            <a:avLst/>
          </a:prstGeom>
        </p:spPr>
        <p:txBody>
          <a:bodyPr anchorCtr="0" anchor="ctr" bIns="180000" lIns="180000" spcFirstLastPara="1" rIns="180000" wrap="square" tIns="180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0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54" name="Google Shape;1154;p10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55" name="Google Shape;1155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2">
  <p:cSld name="TITLE_AND_BODY_1_5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09"/>
          <p:cNvSpPr txBox="1"/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58" name="Google Shape;1158;p109"/>
          <p:cNvSpPr txBox="1"/>
          <p:nvPr>
            <p:ph idx="1" type="body"/>
          </p:nvPr>
        </p:nvSpPr>
        <p:spPr>
          <a:xfrm>
            <a:off x="650850" y="1987200"/>
            <a:ext cx="37767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9" name="Google Shape;1159;p109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0" name="Google Shape;1160;p109"/>
          <p:cNvSpPr txBox="1"/>
          <p:nvPr>
            <p:ph idx="2" type="body"/>
          </p:nvPr>
        </p:nvSpPr>
        <p:spPr>
          <a:xfrm>
            <a:off x="4845450" y="1987200"/>
            <a:ext cx="3732300" cy="27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1" name="Google Shape;1161;p109"/>
          <p:cNvSpPr/>
          <p:nvPr/>
        </p:nvSpPr>
        <p:spPr>
          <a:xfrm>
            <a:off x="566250" y="1370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2" name="Google Shape;1162;p109"/>
          <p:cNvSpPr/>
          <p:nvPr/>
        </p:nvSpPr>
        <p:spPr>
          <a:xfrm>
            <a:off x="4760850" y="1370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3" name="Google Shape;1163;p109"/>
          <p:cNvSpPr/>
          <p:nvPr/>
        </p:nvSpPr>
        <p:spPr>
          <a:xfrm>
            <a:off x="566250" y="1738675"/>
            <a:ext cx="156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4" name="Google Shape;1164;p109"/>
          <p:cNvSpPr/>
          <p:nvPr/>
        </p:nvSpPr>
        <p:spPr>
          <a:xfrm>
            <a:off x="4760850" y="1738675"/>
            <a:ext cx="156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5" name="Google Shape;1165;p109"/>
          <p:cNvSpPr txBox="1"/>
          <p:nvPr>
            <p:ph idx="3" type="subTitle"/>
          </p:nvPr>
        </p:nvSpPr>
        <p:spPr>
          <a:xfrm>
            <a:off x="650850" y="1349950"/>
            <a:ext cx="37323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166" name="Google Shape;1166;p109"/>
          <p:cNvSpPr txBox="1"/>
          <p:nvPr>
            <p:ph idx="4" type="subTitle"/>
          </p:nvPr>
        </p:nvSpPr>
        <p:spPr>
          <a:xfrm>
            <a:off x="4845525" y="1367825"/>
            <a:ext cx="37323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 1">
  <p:cSld name="TITLE_AND_BODY_1_1_3"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10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69" name="Google Shape;1169;p110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0" name="Google Shape;1170;p110"/>
          <p:cNvSpPr txBox="1"/>
          <p:nvPr>
            <p:ph idx="1" type="body"/>
          </p:nvPr>
        </p:nvSpPr>
        <p:spPr>
          <a:xfrm>
            <a:off x="566250" y="1899000"/>
            <a:ext cx="3243300" cy="23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71" name="Google Shape;1171;p110"/>
          <p:cNvSpPr txBox="1"/>
          <p:nvPr>
            <p:ph idx="2" type="body"/>
          </p:nvPr>
        </p:nvSpPr>
        <p:spPr>
          <a:xfrm>
            <a:off x="5226525" y="1899000"/>
            <a:ext cx="3243300" cy="23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72" name="Google Shape;1172;p110"/>
          <p:cNvSpPr txBox="1"/>
          <p:nvPr>
            <p:ph idx="3" type="subTitle"/>
          </p:nvPr>
        </p:nvSpPr>
        <p:spPr>
          <a:xfrm>
            <a:off x="566250" y="1406475"/>
            <a:ext cx="3243300" cy="4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173" name="Google Shape;1173;p110"/>
          <p:cNvSpPr txBox="1"/>
          <p:nvPr>
            <p:ph idx="4" type="subTitle"/>
          </p:nvPr>
        </p:nvSpPr>
        <p:spPr>
          <a:xfrm>
            <a:off x="5226525" y="1382475"/>
            <a:ext cx="32433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73">
          <p15:clr>
            <a:srgbClr val="E46962"/>
          </p15:clr>
        </p15:guide>
        <p15:guide id="2" orient="horz" pos="2689">
          <p15:clr>
            <a:srgbClr val="E46962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items in  a list + image 3">
  <p:cSld name="MAIN_POINT_1_3"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11"/>
          <p:cNvSpPr/>
          <p:nvPr/>
        </p:nvSpPr>
        <p:spPr>
          <a:xfrm>
            <a:off x="0" y="3249700"/>
            <a:ext cx="9144000" cy="1905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6" name="Google Shape;1176;p111"/>
          <p:cNvSpPr/>
          <p:nvPr>
            <p:ph idx="2" type="pic"/>
          </p:nvPr>
        </p:nvSpPr>
        <p:spPr>
          <a:xfrm>
            <a:off x="560300" y="1522125"/>
            <a:ext cx="3922200" cy="3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177" name="Google Shape;1177;p111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78" name="Google Shape;1178;p111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9" name="Google Shape;1179;p111"/>
          <p:cNvSpPr/>
          <p:nvPr/>
        </p:nvSpPr>
        <p:spPr>
          <a:xfrm>
            <a:off x="4855875" y="445025"/>
            <a:ext cx="3726000" cy="99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111"/>
          <p:cNvSpPr/>
          <p:nvPr/>
        </p:nvSpPr>
        <p:spPr>
          <a:xfrm>
            <a:off x="4855875" y="1584275"/>
            <a:ext cx="3726000" cy="99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11"/>
          <p:cNvSpPr/>
          <p:nvPr/>
        </p:nvSpPr>
        <p:spPr>
          <a:xfrm>
            <a:off x="4855875" y="2723525"/>
            <a:ext cx="3726000" cy="99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11"/>
          <p:cNvSpPr txBox="1"/>
          <p:nvPr>
            <p:ph idx="1" type="body"/>
          </p:nvPr>
        </p:nvSpPr>
        <p:spPr>
          <a:xfrm>
            <a:off x="5481550" y="609875"/>
            <a:ext cx="2972700" cy="6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3" name="Google Shape;1183;p111"/>
          <p:cNvSpPr txBox="1"/>
          <p:nvPr>
            <p:ph idx="3" type="body"/>
          </p:nvPr>
        </p:nvSpPr>
        <p:spPr>
          <a:xfrm>
            <a:off x="5481550" y="1749127"/>
            <a:ext cx="2972700" cy="6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4" name="Google Shape;1184;p111"/>
          <p:cNvSpPr txBox="1"/>
          <p:nvPr>
            <p:ph idx="4" type="body"/>
          </p:nvPr>
        </p:nvSpPr>
        <p:spPr>
          <a:xfrm>
            <a:off x="5481550" y="2888379"/>
            <a:ext cx="2972700" cy="6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5" name="Google Shape;1185;p111"/>
          <p:cNvSpPr txBox="1"/>
          <p:nvPr/>
        </p:nvSpPr>
        <p:spPr>
          <a:xfrm>
            <a:off x="5041100" y="79197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6" name="Google Shape;1186;p111"/>
          <p:cNvSpPr txBox="1"/>
          <p:nvPr/>
        </p:nvSpPr>
        <p:spPr>
          <a:xfrm>
            <a:off x="5041100" y="193122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7" name="Google Shape;1187;p111"/>
          <p:cNvSpPr txBox="1"/>
          <p:nvPr/>
        </p:nvSpPr>
        <p:spPr>
          <a:xfrm>
            <a:off x="5041100" y="3070475"/>
            <a:ext cx="299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n image and 4 bullets 2">
  <p:cSld name="MAIN_POINT_1_1_2"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12"/>
          <p:cNvSpPr/>
          <p:nvPr/>
        </p:nvSpPr>
        <p:spPr>
          <a:xfrm>
            <a:off x="4902575" y="153100"/>
            <a:ext cx="74700" cy="483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112"/>
          <p:cNvSpPr/>
          <p:nvPr>
            <p:ph idx="2" type="pic"/>
          </p:nvPr>
        </p:nvSpPr>
        <p:spPr>
          <a:xfrm>
            <a:off x="4977275" y="0"/>
            <a:ext cx="4166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1" name="Google Shape;1191;p112"/>
          <p:cNvSpPr txBox="1"/>
          <p:nvPr>
            <p:ph type="title"/>
          </p:nvPr>
        </p:nvSpPr>
        <p:spPr>
          <a:xfrm>
            <a:off x="566250" y="445025"/>
            <a:ext cx="4093500" cy="10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92" name="Google Shape;1192;p112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3" name="Google Shape;1193;p112"/>
          <p:cNvSpPr/>
          <p:nvPr/>
        </p:nvSpPr>
        <p:spPr>
          <a:xfrm>
            <a:off x="566250" y="1377275"/>
            <a:ext cx="4166700" cy="761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112"/>
          <p:cNvSpPr txBox="1"/>
          <p:nvPr>
            <p:ph idx="1" type="body"/>
          </p:nvPr>
        </p:nvSpPr>
        <p:spPr>
          <a:xfrm>
            <a:off x="1000350" y="1455825"/>
            <a:ext cx="35532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5" name="Google Shape;1195;p112"/>
          <p:cNvSpPr/>
          <p:nvPr/>
        </p:nvSpPr>
        <p:spPr>
          <a:xfrm>
            <a:off x="566250" y="2191200"/>
            <a:ext cx="4166700" cy="761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112"/>
          <p:cNvSpPr txBox="1"/>
          <p:nvPr>
            <p:ph idx="3" type="body"/>
          </p:nvPr>
        </p:nvSpPr>
        <p:spPr>
          <a:xfrm>
            <a:off x="1000350" y="2269750"/>
            <a:ext cx="35532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7" name="Google Shape;1197;p112"/>
          <p:cNvSpPr/>
          <p:nvPr/>
        </p:nvSpPr>
        <p:spPr>
          <a:xfrm>
            <a:off x="566250" y="3005125"/>
            <a:ext cx="4166700" cy="761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12"/>
          <p:cNvSpPr txBox="1"/>
          <p:nvPr>
            <p:ph idx="4" type="body"/>
          </p:nvPr>
        </p:nvSpPr>
        <p:spPr>
          <a:xfrm>
            <a:off x="1000350" y="3083675"/>
            <a:ext cx="35532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9" name="Google Shape;1199;p112"/>
          <p:cNvSpPr/>
          <p:nvPr/>
        </p:nvSpPr>
        <p:spPr>
          <a:xfrm>
            <a:off x="566250" y="3819050"/>
            <a:ext cx="4166700" cy="761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12"/>
          <p:cNvSpPr txBox="1"/>
          <p:nvPr>
            <p:ph idx="5" type="body"/>
          </p:nvPr>
        </p:nvSpPr>
        <p:spPr>
          <a:xfrm>
            <a:off x="1000350" y="3897600"/>
            <a:ext cx="35532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01" name="Google Shape;1201;p112"/>
          <p:cNvSpPr txBox="1"/>
          <p:nvPr/>
        </p:nvSpPr>
        <p:spPr>
          <a:xfrm>
            <a:off x="580725" y="1648877"/>
            <a:ext cx="500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✓"/>
            </a:pPr>
            <a:r>
              <a:t/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2" name="Google Shape;1202;p112"/>
          <p:cNvSpPr txBox="1"/>
          <p:nvPr/>
        </p:nvSpPr>
        <p:spPr>
          <a:xfrm>
            <a:off x="580725" y="2462802"/>
            <a:ext cx="500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✓"/>
            </a:pPr>
            <a:r>
              <a:t/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3" name="Google Shape;1203;p112"/>
          <p:cNvSpPr txBox="1"/>
          <p:nvPr/>
        </p:nvSpPr>
        <p:spPr>
          <a:xfrm>
            <a:off x="580725" y="3276727"/>
            <a:ext cx="500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✓"/>
            </a:pPr>
            <a:r>
              <a:t/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Google Shape;1204;p112"/>
          <p:cNvSpPr txBox="1"/>
          <p:nvPr/>
        </p:nvSpPr>
        <p:spPr>
          <a:xfrm>
            <a:off x="580725" y="4090652"/>
            <a:ext cx="500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Char char="✓"/>
            </a:pPr>
            <a:r>
              <a:t/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2">
  <p:cSld name="TITLE_AND_BODY_1_2_4"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113"/>
          <p:cNvSpPr/>
          <p:nvPr/>
        </p:nvSpPr>
        <p:spPr>
          <a:xfrm>
            <a:off x="569625" y="1377275"/>
            <a:ext cx="25755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11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8" name="Google Shape;1208;p113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9" name="Google Shape;1209;p113"/>
          <p:cNvSpPr txBox="1"/>
          <p:nvPr>
            <p:ph idx="1" type="body"/>
          </p:nvPr>
        </p:nvSpPr>
        <p:spPr>
          <a:xfrm>
            <a:off x="812325" y="2376000"/>
            <a:ext cx="20901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10" name="Google Shape;1210;p113"/>
          <p:cNvSpPr/>
          <p:nvPr/>
        </p:nvSpPr>
        <p:spPr>
          <a:xfrm>
            <a:off x="3287688" y="1377275"/>
            <a:ext cx="25755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113"/>
          <p:cNvSpPr/>
          <p:nvPr/>
        </p:nvSpPr>
        <p:spPr>
          <a:xfrm>
            <a:off x="6005751" y="1377275"/>
            <a:ext cx="2575500" cy="319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113"/>
          <p:cNvSpPr txBox="1"/>
          <p:nvPr>
            <p:ph idx="2" type="body"/>
          </p:nvPr>
        </p:nvSpPr>
        <p:spPr>
          <a:xfrm>
            <a:off x="3530400" y="2377558"/>
            <a:ext cx="20901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13" name="Google Shape;1213;p113"/>
          <p:cNvSpPr txBox="1"/>
          <p:nvPr>
            <p:ph idx="3" type="body"/>
          </p:nvPr>
        </p:nvSpPr>
        <p:spPr>
          <a:xfrm>
            <a:off x="6239000" y="2377558"/>
            <a:ext cx="2090100" cy="1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14" name="Google Shape;1214;p113"/>
          <p:cNvSpPr txBox="1"/>
          <p:nvPr>
            <p:ph idx="4" type="subTitle"/>
          </p:nvPr>
        </p:nvSpPr>
        <p:spPr>
          <a:xfrm>
            <a:off x="812325" y="1838850"/>
            <a:ext cx="20901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15" name="Google Shape;1215;p113"/>
          <p:cNvSpPr txBox="1"/>
          <p:nvPr>
            <p:ph idx="5" type="subTitle"/>
          </p:nvPr>
        </p:nvSpPr>
        <p:spPr>
          <a:xfrm>
            <a:off x="3464688" y="1803600"/>
            <a:ext cx="22215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16" name="Google Shape;1216;p113"/>
          <p:cNvSpPr txBox="1"/>
          <p:nvPr>
            <p:ph idx="6" type="subTitle"/>
          </p:nvPr>
        </p:nvSpPr>
        <p:spPr>
          <a:xfrm>
            <a:off x="6182738" y="1803600"/>
            <a:ext cx="22215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 1">
  <p:cSld name="TITLE_AND_BODY_1_2_1_4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14"/>
          <p:cNvSpPr/>
          <p:nvPr/>
        </p:nvSpPr>
        <p:spPr>
          <a:xfrm rot="10800000">
            <a:off x="0" y="2566200"/>
            <a:ext cx="9144000" cy="257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14"/>
          <p:cNvSpPr/>
          <p:nvPr/>
        </p:nvSpPr>
        <p:spPr>
          <a:xfrm>
            <a:off x="569625" y="1377275"/>
            <a:ext cx="2575500" cy="287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14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1" name="Google Shape;1221;p114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2" name="Google Shape;1222;p114"/>
          <p:cNvSpPr txBox="1"/>
          <p:nvPr>
            <p:ph idx="1" type="body"/>
          </p:nvPr>
        </p:nvSpPr>
        <p:spPr>
          <a:xfrm>
            <a:off x="821800" y="2449762"/>
            <a:ext cx="20901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23" name="Google Shape;1223;p114"/>
          <p:cNvSpPr/>
          <p:nvPr/>
        </p:nvSpPr>
        <p:spPr>
          <a:xfrm>
            <a:off x="3287700" y="1377275"/>
            <a:ext cx="2575500" cy="287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114"/>
          <p:cNvSpPr/>
          <p:nvPr/>
        </p:nvSpPr>
        <p:spPr>
          <a:xfrm>
            <a:off x="6005750" y="1377275"/>
            <a:ext cx="2575500" cy="287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114"/>
          <p:cNvSpPr txBox="1"/>
          <p:nvPr>
            <p:ph idx="2" type="body"/>
          </p:nvPr>
        </p:nvSpPr>
        <p:spPr>
          <a:xfrm>
            <a:off x="3530388" y="2449762"/>
            <a:ext cx="20901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26" name="Google Shape;1226;p114"/>
          <p:cNvSpPr txBox="1"/>
          <p:nvPr>
            <p:ph idx="3" type="body"/>
          </p:nvPr>
        </p:nvSpPr>
        <p:spPr>
          <a:xfrm>
            <a:off x="6238988" y="2449762"/>
            <a:ext cx="20901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27" name="Google Shape;1227;p114"/>
          <p:cNvSpPr/>
          <p:nvPr/>
        </p:nvSpPr>
        <p:spPr>
          <a:xfrm>
            <a:off x="566250" y="1958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8" name="Google Shape;1228;p114"/>
          <p:cNvSpPr/>
          <p:nvPr/>
        </p:nvSpPr>
        <p:spPr>
          <a:xfrm>
            <a:off x="3295463" y="1958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9" name="Google Shape;1229;p114"/>
          <p:cNvSpPr/>
          <p:nvPr/>
        </p:nvSpPr>
        <p:spPr>
          <a:xfrm>
            <a:off x="6008788" y="1958350"/>
            <a:ext cx="846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0" name="Google Shape;1230;p114"/>
          <p:cNvSpPr txBox="1"/>
          <p:nvPr>
            <p:ph idx="4" type="subTitle"/>
          </p:nvPr>
        </p:nvSpPr>
        <p:spPr>
          <a:xfrm>
            <a:off x="821800" y="1937950"/>
            <a:ext cx="20901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"/>
              <a:buNone/>
              <a:defRPr b="1" sz="12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231" name="Google Shape;1231;p114"/>
          <p:cNvSpPr txBox="1"/>
          <p:nvPr>
            <p:ph idx="5" type="subTitle"/>
          </p:nvPr>
        </p:nvSpPr>
        <p:spPr>
          <a:xfrm>
            <a:off x="3530388" y="1937950"/>
            <a:ext cx="20901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"/>
              <a:buNone/>
              <a:defRPr b="1" sz="12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232" name="Google Shape;1232;p114"/>
          <p:cNvSpPr txBox="1"/>
          <p:nvPr>
            <p:ph idx="6" type="subTitle"/>
          </p:nvPr>
        </p:nvSpPr>
        <p:spPr>
          <a:xfrm>
            <a:off x="6238988" y="1937950"/>
            <a:ext cx="20901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"/>
              <a:buNone/>
              <a:defRPr b="1" sz="12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rows and headers 1">
  <p:cSld name="MAIN_POINT_2_3"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15"/>
          <p:cNvSpPr txBox="1"/>
          <p:nvPr>
            <p:ph type="title"/>
          </p:nvPr>
        </p:nvSpPr>
        <p:spPr>
          <a:xfrm>
            <a:off x="566250" y="445025"/>
            <a:ext cx="7099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5" name="Google Shape;1235;p115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6" name="Google Shape;1236;p115"/>
          <p:cNvSpPr txBox="1"/>
          <p:nvPr>
            <p:ph idx="1" type="body"/>
          </p:nvPr>
        </p:nvSpPr>
        <p:spPr>
          <a:xfrm>
            <a:off x="3556273" y="2688525"/>
            <a:ext cx="4746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7" name="Google Shape;1237;p115"/>
          <p:cNvSpPr txBox="1"/>
          <p:nvPr>
            <p:ph idx="2" type="body"/>
          </p:nvPr>
        </p:nvSpPr>
        <p:spPr>
          <a:xfrm>
            <a:off x="3556273" y="1389725"/>
            <a:ext cx="4746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8" name="Google Shape;1238;p115"/>
          <p:cNvSpPr txBox="1"/>
          <p:nvPr>
            <p:ph idx="3" type="body"/>
          </p:nvPr>
        </p:nvSpPr>
        <p:spPr>
          <a:xfrm>
            <a:off x="3556273" y="3903738"/>
            <a:ext cx="47469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9" name="Google Shape;1239;p115"/>
          <p:cNvSpPr txBox="1"/>
          <p:nvPr>
            <p:ph idx="4" type="subTitle"/>
          </p:nvPr>
        </p:nvSpPr>
        <p:spPr>
          <a:xfrm>
            <a:off x="566250" y="2688525"/>
            <a:ext cx="24780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40" name="Google Shape;1240;p115"/>
          <p:cNvSpPr txBox="1"/>
          <p:nvPr>
            <p:ph idx="5" type="subTitle"/>
          </p:nvPr>
        </p:nvSpPr>
        <p:spPr>
          <a:xfrm>
            <a:off x="566250" y="1389725"/>
            <a:ext cx="24780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41" name="Google Shape;1241;p115"/>
          <p:cNvSpPr txBox="1"/>
          <p:nvPr>
            <p:ph idx="6" type="subTitle"/>
          </p:nvPr>
        </p:nvSpPr>
        <p:spPr>
          <a:xfrm>
            <a:off x="566250" y="3903738"/>
            <a:ext cx="24780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 2">
  <p:cSld name="TITLE_AND_BODY_1_1_1_1_1_2"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16"/>
          <p:cNvSpPr/>
          <p:nvPr/>
        </p:nvSpPr>
        <p:spPr>
          <a:xfrm>
            <a:off x="645900" y="1479743"/>
            <a:ext cx="2418600" cy="3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4" name="Google Shape;1244;p116"/>
          <p:cNvSpPr/>
          <p:nvPr/>
        </p:nvSpPr>
        <p:spPr>
          <a:xfrm>
            <a:off x="6079500" y="1479717"/>
            <a:ext cx="2418600" cy="3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5" name="Google Shape;1245;p116"/>
          <p:cNvSpPr/>
          <p:nvPr/>
        </p:nvSpPr>
        <p:spPr>
          <a:xfrm>
            <a:off x="3358950" y="1479717"/>
            <a:ext cx="2418600" cy="3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6" name="Google Shape;1246;p116"/>
          <p:cNvSpPr/>
          <p:nvPr/>
        </p:nvSpPr>
        <p:spPr>
          <a:xfrm>
            <a:off x="0" y="0"/>
            <a:ext cx="9144000" cy="7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7" name="Google Shape;1247;p11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8" name="Google Shape;1248;p116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9" name="Google Shape;1249;p116"/>
          <p:cNvSpPr txBox="1"/>
          <p:nvPr>
            <p:ph idx="1" type="body"/>
          </p:nvPr>
        </p:nvSpPr>
        <p:spPr>
          <a:xfrm>
            <a:off x="723450" y="1547526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0" name="Google Shape;1250;p116"/>
          <p:cNvSpPr txBox="1"/>
          <p:nvPr>
            <p:ph idx="2" type="body"/>
          </p:nvPr>
        </p:nvSpPr>
        <p:spPr>
          <a:xfrm>
            <a:off x="6149550" y="1547526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1" name="Google Shape;1251;p116"/>
          <p:cNvSpPr txBox="1"/>
          <p:nvPr>
            <p:ph idx="3" type="body"/>
          </p:nvPr>
        </p:nvSpPr>
        <p:spPr>
          <a:xfrm>
            <a:off x="3436500" y="1547526"/>
            <a:ext cx="2261400" cy="21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 - o 1">
  <p:cSld name="TITLE_AND_BODY_1_3_3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1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54" name="Google Shape;1254;p117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5" name="Google Shape;1255;p117"/>
          <p:cNvSpPr txBox="1"/>
          <p:nvPr>
            <p:ph idx="1" type="body"/>
          </p:nvPr>
        </p:nvSpPr>
        <p:spPr>
          <a:xfrm>
            <a:off x="642375" y="2008800"/>
            <a:ext cx="2546400" cy="24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6" name="Google Shape;1256;p117"/>
          <p:cNvSpPr/>
          <p:nvPr/>
        </p:nvSpPr>
        <p:spPr>
          <a:xfrm>
            <a:off x="566250" y="145440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17"/>
          <p:cNvSpPr txBox="1"/>
          <p:nvPr>
            <p:ph idx="2" type="subTitle"/>
          </p:nvPr>
        </p:nvSpPr>
        <p:spPr>
          <a:xfrm>
            <a:off x="642375" y="1434000"/>
            <a:ext cx="2415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58" name="Google Shape;1258;p117"/>
          <p:cNvSpPr txBox="1"/>
          <p:nvPr>
            <p:ph idx="3" type="body"/>
          </p:nvPr>
        </p:nvSpPr>
        <p:spPr>
          <a:xfrm>
            <a:off x="3330200" y="2008800"/>
            <a:ext cx="2546400" cy="24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9" name="Google Shape;1259;p117"/>
          <p:cNvSpPr/>
          <p:nvPr/>
        </p:nvSpPr>
        <p:spPr>
          <a:xfrm>
            <a:off x="3254063" y="145440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117"/>
          <p:cNvSpPr txBox="1"/>
          <p:nvPr>
            <p:ph idx="4" type="subTitle"/>
          </p:nvPr>
        </p:nvSpPr>
        <p:spPr>
          <a:xfrm>
            <a:off x="3330200" y="1434000"/>
            <a:ext cx="2415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61" name="Google Shape;1261;p117"/>
          <p:cNvSpPr txBox="1"/>
          <p:nvPr>
            <p:ph idx="5" type="body"/>
          </p:nvPr>
        </p:nvSpPr>
        <p:spPr>
          <a:xfrm>
            <a:off x="6018025" y="2008800"/>
            <a:ext cx="2546400" cy="24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2" name="Google Shape;1262;p117"/>
          <p:cNvSpPr/>
          <p:nvPr/>
        </p:nvSpPr>
        <p:spPr>
          <a:xfrm>
            <a:off x="5941888" y="145440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117"/>
          <p:cNvSpPr txBox="1"/>
          <p:nvPr>
            <p:ph idx="6" type="subTitle"/>
          </p:nvPr>
        </p:nvSpPr>
        <p:spPr>
          <a:xfrm>
            <a:off x="6018025" y="1434000"/>
            <a:ext cx="24150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 - o 1">
  <p:cSld name="TITLE_AND_BODY_2_2"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1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6" name="Google Shape;1266;p118"/>
          <p:cNvSpPr txBox="1"/>
          <p:nvPr>
            <p:ph idx="1" type="body"/>
          </p:nvPr>
        </p:nvSpPr>
        <p:spPr>
          <a:xfrm>
            <a:off x="659850" y="1904400"/>
            <a:ext cx="24447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7" name="Google Shape;1267;p118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8" name="Google Shape;1268;p118"/>
          <p:cNvSpPr/>
          <p:nvPr/>
        </p:nvSpPr>
        <p:spPr>
          <a:xfrm>
            <a:off x="566250" y="137035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9" name="Google Shape;1269;p118"/>
          <p:cNvSpPr/>
          <p:nvPr/>
        </p:nvSpPr>
        <p:spPr>
          <a:xfrm>
            <a:off x="566250" y="1738675"/>
            <a:ext cx="174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0" name="Google Shape;1270;p118"/>
          <p:cNvSpPr txBox="1"/>
          <p:nvPr>
            <p:ph idx="2" type="subTitle"/>
          </p:nvPr>
        </p:nvSpPr>
        <p:spPr>
          <a:xfrm>
            <a:off x="688590" y="1367825"/>
            <a:ext cx="24156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71" name="Google Shape;1271;p118"/>
          <p:cNvSpPr txBox="1"/>
          <p:nvPr>
            <p:ph idx="3" type="body"/>
          </p:nvPr>
        </p:nvSpPr>
        <p:spPr>
          <a:xfrm>
            <a:off x="3396450" y="1904400"/>
            <a:ext cx="24447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2" name="Google Shape;1272;p118"/>
          <p:cNvSpPr/>
          <p:nvPr/>
        </p:nvSpPr>
        <p:spPr>
          <a:xfrm>
            <a:off x="3302850" y="137035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3" name="Google Shape;1273;p118"/>
          <p:cNvSpPr/>
          <p:nvPr/>
        </p:nvSpPr>
        <p:spPr>
          <a:xfrm>
            <a:off x="3302850" y="1738675"/>
            <a:ext cx="174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4" name="Google Shape;1274;p118"/>
          <p:cNvSpPr txBox="1"/>
          <p:nvPr>
            <p:ph idx="4" type="subTitle"/>
          </p:nvPr>
        </p:nvSpPr>
        <p:spPr>
          <a:xfrm>
            <a:off x="3425190" y="1367825"/>
            <a:ext cx="24156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75" name="Google Shape;1275;p118"/>
          <p:cNvSpPr txBox="1"/>
          <p:nvPr>
            <p:ph idx="5" type="body"/>
          </p:nvPr>
        </p:nvSpPr>
        <p:spPr>
          <a:xfrm>
            <a:off x="6133050" y="1904400"/>
            <a:ext cx="24447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6" name="Google Shape;1276;p118"/>
          <p:cNvSpPr/>
          <p:nvPr/>
        </p:nvSpPr>
        <p:spPr>
          <a:xfrm>
            <a:off x="6039450" y="1370350"/>
            <a:ext cx="54000" cy="39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7" name="Google Shape;1277;p118"/>
          <p:cNvSpPr/>
          <p:nvPr/>
        </p:nvSpPr>
        <p:spPr>
          <a:xfrm>
            <a:off x="6039450" y="1738675"/>
            <a:ext cx="17400" cy="283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8" name="Google Shape;1278;p118"/>
          <p:cNvSpPr txBox="1"/>
          <p:nvPr>
            <p:ph idx="6" type="subTitle"/>
          </p:nvPr>
        </p:nvSpPr>
        <p:spPr>
          <a:xfrm>
            <a:off x="6161790" y="1367825"/>
            <a:ext cx="24156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Space Grotesk SemiBold"/>
              <a:buNone/>
              <a:defRPr sz="12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">
  <p:cSld name="TITLE_AND_BODY_1_1_2_2"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19"/>
          <p:cNvSpPr/>
          <p:nvPr/>
        </p:nvSpPr>
        <p:spPr>
          <a:xfrm flipH="1">
            <a:off x="3276925" y="1421275"/>
            <a:ext cx="27900" cy="261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19"/>
          <p:cNvSpPr/>
          <p:nvPr/>
        </p:nvSpPr>
        <p:spPr>
          <a:xfrm flipH="1">
            <a:off x="6005675" y="1421275"/>
            <a:ext cx="27900" cy="261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19"/>
          <p:cNvSpPr/>
          <p:nvPr/>
        </p:nvSpPr>
        <p:spPr>
          <a:xfrm flipH="1">
            <a:off x="548108" y="1421275"/>
            <a:ext cx="27900" cy="261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19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84" name="Google Shape;1284;p119"/>
          <p:cNvSpPr txBox="1"/>
          <p:nvPr>
            <p:ph idx="12" type="sldNum"/>
          </p:nvPr>
        </p:nvSpPr>
        <p:spPr>
          <a:xfrm>
            <a:off x="8029045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5" name="Google Shape;1285;p119"/>
          <p:cNvSpPr txBox="1"/>
          <p:nvPr>
            <p:ph idx="1" type="subTitle"/>
          </p:nvPr>
        </p:nvSpPr>
        <p:spPr>
          <a:xfrm>
            <a:off x="699750" y="1354460"/>
            <a:ext cx="22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86" name="Google Shape;1286;p119"/>
          <p:cNvSpPr txBox="1"/>
          <p:nvPr>
            <p:ph idx="2" type="subTitle"/>
          </p:nvPr>
        </p:nvSpPr>
        <p:spPr>
          <a:xfrm>
            <a:off x="3428483" y="1354460"/>
            <a:ext cx="22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87" name="Google Shape;1287;p119"/>
          <p:cNvSpPr txBox="1"/>
          <p:nvPr>
            <p:ph idx="3" type="subTitle"/>
          </p:nvPr>
        </p:nvSpPr>
        <p:spPr>
          <a:xfrm>
            <a:off x="6157229" y="1354460"/>
            <a:ext cx="22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None/>
              <a:defRPr sz="12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88" name="Google Shape;1288;p119"/>
          <p:cNvSpPr txBox="1"/>
          <p:nvPr>
            <p:ph idx="4" type="body"/>
          </p:nvPr>
        </p:nvSpPr>
        <p:spPr>
          <a:xfrm>
            <a:off x="699750" y="1925400"/>
            <a:ext cx="22089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9" name="Google Shape;1289;p119"/>
          <p:cNvSpPr txBox="1"/>
          <p:nvPr>
            <p:ph idx="5" type="body"/>
          </p:nvPr>
        </p:nvSpPr>
        <p:spPr>
          <a:xfrm>
            <a:off x="3428483" y="1925400"/>
            <a:ext cx="22089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90" name="Google Shape;1290;p119"/>
          <p:cNvSpPr txBox="1"/>
          <p:nvPr>
            <p:ph idx="6" type="body"/>
          </p:nvPr>
        </p:nvSpPr>
        <p:spPr>
          <a:xfrm>
            <a:off x="6157229" y="1925400"/>
            <a:ext cx="22089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 1">
  <p:cSld name="TITLE_AND_BODY_1_2_1_1_1_3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20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93" name="Google Shape;1293;p120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4" name="Google Shape;1294;p120"/>
          <p:cNvSpPr txBox="1"/>
          <p:nvPr>
            <p:ph idx="1" type="body"/>
          </p:nvPr>
        </p:nvSpPr>
        <p:spPr>
          <a:xfrm>
            <a:off x="806100" y="3045425"/>
            <a:ext cx="1788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95" name="Google Shape;1295;p120"/>
          <p:cNvSpPr txBox="1"/>
          <p:nvPr>
            <p:ph idx="2" type="subTitle"/>
          </p:nvPr>
        </p:nvSpPr>
        <p:spPr>
          <a:xfrm>
            <a:off x="1083900" y="19935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96" name="Google Shape;1296;p120"/>
          <p:cNvSpPr txBox="1"/>
          <p:nvPr>
            <p:ph idx="3" type="body"/>
          </p:nvPr>
        </p:nvSpPr>
        <p:spPr>
          <a:xfrm>
            <a:off x="2598900" y="3045425"/>
            <a:ext cx="1788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97" name="Google Shape;1297;p120"/>
          <p:cNvSpPr txBox="1"/>
          <p:nvPr>
            <p:ph idx="4" type="subTitle"/>
          </p:nvPr>
        </p:nvSpPr>
        <p:spPr>
          <a:xfrm>
            <a:off x="2876700" y="19935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298" name="Google Shape;1298;p120"/>
          <p:cNvSpPr txBox="1"/>
          <p:nvPr>
            <p:ph idx="5" type="body"/>
          </p:nvPr>
        </p:nvSpPr>
        <p:spPr>
          <a:xfrm>
            <a:off x="4574400" y="3045425"/>
            <a:ext cx="1788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99" name="Google Shape;1299;p120"/>
          <p:cNvSpPr txBox="1"/>
          <p:nvPr>
            <p:ph idx="6" type="subTitle"/>
          </p:nvPr>
        </p:nvSpPr>
        <p:spPr>
          <a:xfrm>
            <a:off x="4852200" y="19935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300" name="Google Shape;1300;p120"/>
          <p:cNvSpPr txBox="1"/>
          <p:nvPr>
            <p:ph idx="7" type="body"/>
          </p:nvPr>
        </p:nvSpPr>
        <p:spPr>
          <a:xfrm>
            <a:off x="6549900" y="3045425"/>
            <a:ext cx="17880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01" name="Google Shape;1301;p120"/>
          <p:cNvSpPr txBox="1"/>
          <p:nvPr>
            <p:ph idx="8" type="subTitle"/>
          </p:nvPr>
        </p:nvSpPr>
        <p:spPr>
          <a:xfrm>
            <a:off x="6827700" y="1993500"/>
            <a:ext cx="12324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key metrics v3 1">
  <p:cSld name="TITLE_AND_BODY_1_2_1_1_1_2_2"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21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4" name="Google Shape;1304;p121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5" name="Google Shape;1305;p121"/>
          <p:cNvSpPr txBox="1"/>
          <p:nvPr>
            <p:ph idx="1" type="body"/>
          </p:nvPr>
        </p:nvSpPr>
        <p:spPr>
          <a:xfrm>
            <a:off x="1110900" y="2969225"/>
            <a:ext cx="23748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06" name="Google Shape;1306;p121"/>
          <p:cNvSpPr txBox="1"/>
          <p:nvPr>
            <p:ph idx="2" type="subTitle"/>
          </p:nvPr>
        </p:nvSpPr>
        <p:spPr>
          <a:xfrm>
            <a:off x="1368450" y="2145900"/>
            <a:ext cx="18597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307" name="Google Shape;1307;p121"/>
          <p:cNvSpPr txBox="1"/>
          <p:nvPr>
            <p:ph idx="3" type="body"/>
          </p:nvPr>
        </p:nvSpPr>
        <p:spPr>
          <a:xfrm>
            <a:off x="5368300" y="2969225"/>
            <a:ext cx="23748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08" name="Google Shape;1308;p121"/>
          <p:cNvSpPr txBox="1"/>
          <p:nvPr>
            <p:ph idx="4" type="subTitle"/>
          </p:nvPr>
        </p:nvSpPr>
        <p:spPr>
          <a:xfrm>
            <a:off x="5625850" y="2145900"/>
            <a:ext cx="1859700" cy="43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Space Grotesk SemiBold"/>
              <a:buNone/>
              <a:defRPr sz="16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pace Grotesk SemiBold"/>
              <a:buNone/>
              <a:defRPr sz="1600"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2 1">
  <p:cSld name="CUSTOM_1_3"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22"/>
          <p:cNvSpPr/>
          <p:nvPr/>
        </p:nvSpPr>
        <p:spPr>
          <a:xfrm>
            <a:off x="5742989" y="1505975"/>
            <a:ext cx="137100" cy="1305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2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12" name="Google Shape;1312;p122"/>
          <p:cNvSpPr/>
          <p:nvPr/>
        </p:nvSpPr>
        <p:spPr>
          <a:xfrm>
            <a:off x="2530288" y="1505975"/>
            <a:ext cx="3212700" cy="1305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122"/>
          <p:cNvSpPr/>
          <p:nvPr>
            <p:ph idx="2" type="pic"/>
          </p:nvPr>
        </p:nvSpPr>
        <p:spPr>
          <a:xfrm>
            <a:off x="1657588" y="1490550"/>
            <a:ext cx="1328400" cy="132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14" name="Google Shape;1314;p122"/>
          <p:cNvSpPr txBox="1"/>
          <p:nvPr>
            <p:ph idx="1" type="body"/>
          </p:nvPr>
        </p:nvSpPr>
        <p:spPr>
          <a:xfrm>
            <a:off x="3181900" y="2055823"/>
            <a:ext cx="25611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5" name="Google Shape;1315;p122"/>
          <p:cNvSpPr txBox="1"/>
          <p:nvPr>
            <p:ph idx="3" type="subTitle"/>
          </p:nvPr>
        </p:nvSpPr>
        <p:spPr>
          <a:xfrm>
            <a:off x="3181900" y="1576400"/>
            <a:ext cx="2514000" cy="4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316" name="Google Shape;1316;p122"/>
          <p:cNvSpPr/>
          <p:nvPr/>
        </p:nvSpPr>
        <p:spPr>
          <a:xfrm>
            <a:off x="7349314" y="3125750"/>
            <a:ext cx="137100" cy="1305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22"/>
          <p:cNvSpPr/>
          <p:nvPr/>
        </p:nvSpPr>
        <p:spPr>
          <a:xfrm>
            <a:off x="4136713" y="3125750"/>
            <a:ext cx="3212700" cy="1305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122"/>
          <p:cNvSpPr/>
          <p:nvPr>
            <p:ph idx="4" type="pic"/>
          </p:nvPr>
        </p:nvSpPr>
        <p:spPr>
          <a:xfrm>
            <a:off x="3264013" y="3110325"/>
            <a:ext cx="1328400" cy="132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19" name="Google Shape;1319;p122"/>
          <p:cNvSpPr txBox="1"/>
          <p:nvPr>
            <p:ph idx="5" type="body"/>
          </p:nvPr>
        </p:nvSpPr>
        <p:spPr>
          <a:xfrm>
            <a:off x="4788325" y="3675598"/>
            <a:ext cx="25611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20" name="Google Shape;1320;p122"/>
          <p:cNvSpPr txBox="1"/>
          <p:nvPr>
            <p:ph idx="6" type="subTitle"/>
          </p:nvPr>
        </p:nvSpPr>
        <p:spPr>
          <a:xfrm>
            <a:off x="4788325" y="3196300"/>
            <a:ext cx="2514000" cy="4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 SemiBold"/>
              <a:buNone/>
              <a:defRPr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3 1">
  <p:cSld name="CUSTOM_5_3"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2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3" name="Google Shape;1323;p123"/>
          <p:cNvSpPr/>
          <p:nvPr/>
        </p:nvSpPr>
        <p:spPr>
          <a:xfrm>
            <a:off x="566250" y="2463875"/>
            <a:ext cx="2133600" cy="2105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23"/>
          <p:cNvSpPr/>
          <p:nvPr>
            <p:ph idx="2" type="pic"/>
          </p:nvPr>
        </p:nvSpPr>
        <p:spPr>
          <a:xfrm>
            <a:off x="766200" y="1746250"/>
            <a:ext cx="1733700" cy="1733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p123"/>
          <p:cNvSpPr/>
          <p:nvPr/>
        </p:nvSpPr>
        <p:spPr>
          <a:xfrm>
            <a:off x="566250" y="4444775"/>
            <a:ext cx="2133600" cy="12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23"/>
          <p:cNvSpPr txBox="1"/>
          <p:nvPr>
            <p:ph idx="1" type="subTitle"/>
          </p:nvPr>
        </p:nvSpPr>
        <p:spPr>
          <a:xfrm>
            <a:off x="661500" y="3567129"/>
            <a:ext cx="19431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327" name="Google Shape;1327;p123"/>
          <p:cNvSpPr/>
          <p:nvPr/>
        </p:nvSpPr>
        <p:spPr>
          <a:xfrm>
            <a:off x="6444150" y="2463875"/>
            <a:ext cx="2133600" cy="2105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23"/>
          <p:cNvSpPr/>
          <p:nvPr>
            <p:ph idx="3" type="pic"/>
          </p:nvPr>
        </p:nvSpPr>
        <p:spPr>
          <a:xfrm>
            <a:off x="6644100" y="1746250"/>
            <a:ext cx="1733700" cy="1733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9" name="Google Shape;1329;p123"/>
          <p:cNvSpPr/>
          <p:nvPr/>
        </p:nvSpPr>
        <p:spPr>
          <a:xfrm>
            <a:off x="6444150" y="4444775"/>
            <a:ext cx="2133600" cy="12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23"/>
          <p:cNvSpPr txBox="1"/>
          <p:nvPr>
            <p:ph idx="4" type="subTitle"/>
          </p:nvPr>
        </p:nvSpPr>
        <p:spPr>
          <a:xfrm>
            <a:off x="6539400" y="3566980"/>
            <a:ext cx="19431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331" name="Google Shape;1331;p123"/>
          <p:cNvSpPr/>
          <p:nvPr/>
        </p:nvSpPr>
        <p:spPr>
          <a:xfrm>
            <a:off x="3552825" y="2463875"/>
            <a:ext cx="2133600" cy="2105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23"/>
          <p:cNvSpPr/>
          <p:nvPr>
            <p:ph idx="5" type="pic"/>
          </p:nvPr>
        </p:nvSpPr>
        <p:spPr>
          <a:xfrm>
            <a:off x="3752775" y="1746250"/>
            <a:ext cx="1733700" cy="1733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p123"/>
          <p:cNvSpPr/>
          <p:nvPr/>
        </p:nvSpPr>
        <p:spPr>
          <a:xfrm>
            <a:off x="3552825" y="4444775"/>
            <a:ext cx="2133600" cy="12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23"/>
          <p:cNvSpPr txBox="1"/>
          <p:nvPr>
            <p:ph idx="6" type="subTitle"/>
          </p:nvPr>
        </p:nvSpPr>
        <p:spPr>
          <a:xfrm>
            <a:off x="3648075" y="3566979"/>
            <a:ext cx="1943100" cy="3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 sz="14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pace Grotesk SemiBold"/>
              <a:buNone/>
              <a:defRPr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9pPr>
          </a:lstStyle>
          <a:p/>
        </p:txBody>
      </p:sp>
      <p:sp>
        <p:nvSpPr>
          <p:cNvPr id="1335" name="Google Shape;1335;p123"/>
          <p:cNvSpPr txBox="1"/>
          <p:nvPr>
            <p:ph idx="7" type="body"/>
          </p:nvPr>
        </p:nvSpPr>
        <p:spPr>
          <a:xfrm>
            <a:off x="661500" y="3934480"/>
            <a:ext cx="1943100" cy="4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6" name="Google Shape;1336;p123"/>
          <p:cNvSpPr txBox="1"/>
          <p:nvPr>
            <p:ph idx="8" type="body"/>
          </p:nvPr>
        </p:nvSpPr>
        <p:spPr>
          <a:xfrm>
            <a:off x="6539400" y="3934480"/>
            <a:ext cx="1943100" cy="4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7" name="Google Shape;1337;p123"/>
          <p:cNvSpPr txBox="1"/>
          <p:nvPr>
            <p:ph idx="9" type="body"/>
          </p:nvPr>
        </p:nvSpPr>
        <p:spPr>
          <a:xfrm>
            <a:off x="3648075" y="3934480"/>
            <a:ext cx="1943100" cy="4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3 1">
  <p:cSld name="CUSTOM_18_3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24"/>
          <p:cNvSpPr/>
          <p:nvPr/>
        </p:nvSpPr>
        <p:spPr>
          <a:xfrm>
            <a:off x="1924050" y="1109375"/>
            <a:ext cx="6653700" cy="391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124"/>
          <p:cNvSpPr/>
          <p:nvPr/>
        </p:nvSpPr>
        <p:spPr>
          <a:xfrm>
            <a:off x="757275" y="445025"/>
            <a:ext cx="2571600" cy="269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1" name="Google Shape;1341;p124"/>
          <p:cNvSpPr txBox="1"/>
          <p:nvPr>
            <p:ph type="title"/>
          </p:nvPr>
        </p:nvSpPr>
        <p:spPr>
          <a:xfrm>
            <a:off x="3612600" y="445025"/>
            <a:ext cx="496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42" name="Google Shape;1342;p124"/>
          <p:cNvSpPr/>
          <p:nvPr>
            <p:ph idx="2" type="pic"/>
          </p:nvPr>
        </p:nvSpPr>
        <p:spPr>
          <a:xfrm>
            <a:off x="609600" y="445025"/>
            <a:ext cx="2619300" cy="2619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3" name="Google Shape;1343;p124"/>
          <p:cNvSpPr txBox="1"/>
          <p:nvPr>
            <p:ph idx="1" type="body"/>
          </p:nvPr>
        </p:nvSpPr>
        <p:spPr>
          <a:xfrm>
            <a:off x="3587900" y="1578075"/>
            <a:ext cx="3857400" cy="478200"/>
          </a:xfrm>
          <a:prstGeom prst="rect">
            <a:avLst/>
          </a:prstGeom>
        </p:spPr>
        <p:txBody>
          <a:bodyPr anchorCtr="0" anchor="ctr" bIns="36000" lIns="0" spcFirstLastPara="1" rIns="91425" wrap="square" tIns="36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44" name="Google Shape;1344;p124"/>
          <p:cNvSpPr txBox="1"/>
          <p:nvPr>
            <p:ph idx="3" type="body"/>
          </p:nvPr>
        </p:nvSpPr>
        <p:spPr>
          <a:xfrm>
            <a:off x="3587900" y="2421975"/>
            <a:ext cx="3857400" cy="478200"/>
          </a:xfrm>
          <a:prstGeom prst="rect">
            <a:avLst/>
          </a:prstGeom>
        </p:spPr>
        <p:txBody>
          <a:bodyPr anchorCtr="0" anchor="ctr" bIns="36000" lIns="0" spcFirstLastPara="1" rIns="91425" wrap="square" tIns="36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45" name="Google Shape;1345;p124"/>
          <p:cNvSpPr txBox="1"/>
          <p:nvPr>
            <p:ph idx="4" type="body"/>
          </p:nvPr>
        </p:nvSpPr>
        <p:spPr>
          <a:xfrm>
            <a:off x="3587900" y="3265875"/>
            <a:ext cx="3857400" cy="478200"/>
          </a:xfrm>
          <a:prstGeom prst="rect">
            <a:avLst/>
          </a:prstGeom>
        </p:spPr>
        <p:txBody>
          <a:bodyPr anchorCtr="0" anchor="ctr" bIns="36000" lIns="0" spcFirstLastPara="1" rIns="91425" wrap="square" tIns="36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46" name="Google Shape;1346;p124"/>
          <p:cNvSpPr txBox="1"/>
          <p:nvPr>
            <p:ph idx="5" type="body"/>
          </p:nvPr>
        </p:nvSpPr>
        <p:spPr>
          <a:xfrm>
            <a:off x="3587900" y="4109775"/>
            <a:ext cx="3857400" cy="833700"/>
          </a:xfrm>
          <a:prstGeom prst="rect">
            <a:avLst/>
          </a:prstGeom>
        </p:spPr>
        <p:txBody>
          <a:bodyPr anchorCtr="0" anchor="ctr" bIns="36000" lIns="0" spcFirstLastPara="1" rIns="91425" wrap="square" tIns="360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47" name="Google Shape;1347;p124"/>
          <p:cNvSpPr txBox="1"/>
          <p:nvPr/>
        </p:nvSpPr>
        <p:spPr>
          <a:xfrm>
            <a:off x="3587900" y="1231013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Number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348" name="Google Shape;1348;p124"/>
          <p:cNvSpPr txBox="1"/>
          <p:nvPr/>
        </p:nvSpPr>
        <p:spPr>
          <a:xfrm>
            <a:off x="3587900" y="2092863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Email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349" name="Google Shape;1349;p124"/>
          <p:cNvSpPr txBox="1"/>
          <p:nvPr/>
        </p:nvSpPr>
        <p:spPr>
          <a:xfrm>
            <a:off x="3587900" y="2900163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Site Link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350" name="Google Shape;1350;p124"/>
          <p:cNvSpPr txBox="1"/>
          <p:nvPr/>
        </p:nvSpPr>
        <p:spPr>
          <a:xfrm>
            <a:off x="3587900" y="3780663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Address</a:t>
            </a:r>
            <a:endParaRPr>
              <a:solidFill>
                <a:schemeClr val="accent5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260">
          <p15:clr>
            <a:srgbClr val="E46962"/>
          </p15:clr>
        </p15:guide>
        <p15:guide id="2" pos="4706">
          <p15:clr>
            <a:srgbClr val="E46962"/>
          </p15:clr>
        </p15:guide>
        <p15:guide id="3" orient="horz" pos="3240">
          <p15:clr>
            <a:srgbClr val="E46962"/>
          </p15:clr>
        </p15:guide>
        <p15:guide id="4" orient="horz" pos="879">
          <p15:clr>
            <a:srgbClr val="E46962"/>
          </p15:clr>
        </p15:guide>
        <p15:guide id="5" orient="horz" pos="1410">
          <p15:clr>
            <a:srgbClr val="E46962"/>
          </p15:clr>
        </p15:guide>
        <p15:guide id="6" orient="horz" pos="1931">
          <p15:clr>
            <a:srgbClr val="E46962"/>
          </p15:clr>
        </p15:guide>
        <p15:guide id="7" orient="horz" pos="2474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1">
  <p:cSld name="CUSTOM_29_2"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25"/>
          <p:cNvSpPr txBox="1"/>
          <p:nvPr>
            <p:ph type="title"/>
          </p:nvPr>
        </p:nvSpPr>
        <p:spPr>
          <a:xfrm>
            <a:off x="379400" y="559050"/>
            <a:ext cx="81984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53" name="Google Shape;1353;p125"/>
          <p:cNvSpPr/>
          <p:nvPr/>
        </p:nvSpPr>
        <p:spPr>
          <a:xfrm>
            <a:off x="379400" y="1614000"/>
            <a:ext cx="815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54" name="Google Shape;1354;p125"/>
          <p:cNvSpPr/>
          <p:nvPr/>
        </p:nvSpPr>
        <p:spPr>
          <a:xfrm>
            <a:off x="4581475" y="1614000"/>
            <a:ext cx="815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55" name="Google Shape;1355;p125"/>
          <p:cNvSpPr/>
          <p:nvPr/>
        </p:nvSpPr>
        <p:spPr>
          <a:xfrm>
            <a:off x="379400" y="2798975"/>
            <a:ext cx="815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56" name="Google Shape;1356;p125"/>
          <p:cNvSpPr/>
          <p:nvPr/>
        </p:nvSpPr>
        <p:spPr>
          <a:xfrm>
            <a:off x="4581475" y="2798975"/>
            <a:ext cx="8154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57" name="Google Shape;1357;p125"/>
          <p:cNvSpPr txBox="1"/>
          <p:nvPr>
            <p:ph idx="1" type="body"/>
          </p:nvPr>
        </p:nvSpPr>
        <p:spPr>
          <a:xfrm>
            <a:off x="1321375" y="1713588"/>
            <a:ext cx="30543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58" name="Google Shape;1358;p125"/>
          <p:cNvSpPr txBox="1"/>
          <p:nvPr>
            <p:ph idx="2" type="body"/>
          </p:nvPr>
        </p:nvSpPr>
        <p:spPr>
          <a:xfrm>
            <a:off x="5523450" y="1713588"/>
            <a:ext cx="30543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59" name="Google Shape;1359;p125"/>
          <p:cNvSpPr txBox="1"/>
          <p:nvPr>
            <p:ph idx="3" type="body"/>
          </p:nvPr>
        </p:nvSpPr>
        <p:spPr>
          <a:xfrm>
            <a:off x="1321375" y="2911988"/>
            <a:ext cx="30543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60" name="Google Shape;1360;p125"/>
          <p:cNvSpPr txBox="1"/>
          <p:nvPr>
            <p:ph idx="4" type="body"/>
          </p:nvPr>
        </p:nvSpPr>
        <p:spPr>
          <a:xfrm>
            <a:off x="5523450" y="2911988"/>
            <a:ext cx="30543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61" name="Google Shape;1361;p125"/>
          <p:cNvSpPr txBox="1"/>
          <p:nvPr>
            <p:ph idx="5" type="subTitle"/>
          </p:nvPr>
        </p:nvSpPr>
        <p:spPr>
          <a:xfrm>
            <a:off x="542300" y="17629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2" name="Google Shape;1362;p125"/>
          <p:cNvSpPr txBox="1"/>
          <p:nvPr>
            <p:ph idx="6" type="subTitle"/>
          </p:nvPr>
        </p:nvSpPr>
        <p:spPr>
          <a:xfrm>
            <a:off x="4744375" y="17629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3" name="Google Shape;1363;p125"/>
          <p:cNvSpPr txBox="1"/>
          <p:nvPr>
            <p:ph idx="7" type="subTitle"/>
          </p:nvPr>
        </p:nvSpPr>
        <p:spPr>
          <a:xfrm>
            <a:off x="542300" y="29613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125"/>
          <p:cNvSpPr txBox="1"/>
          <p:nvPr>
            <p:ph idx="8" type="subTitle"/>
          </p:nvPr>
        </p:nvSpPr>
        <p:spPr>
          <a:xfrm>
            <a:off x="4744375" y="29613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63">
          <p15:clr>
            <a:srgbClr val="E46962"/>
          </p15:clr>
        </p15:guide>
        <p15:guide id="2" orient="horz" pos="1017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2">
  <p:cSld name="CUSTOM_29_1"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26"/>
          <p:cNvSpPr txBox="1"/>
          <p:nvPr>
            <p:ph type="title"/>
          </p:nvPr>
        </p:nvSpPr>
        <p:spPr>
          <a:xfrm>
            <a:off x="566250" y="2285400"/>
            <a:ext cx="3183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67" name="Google Shape;1367;p126"/>
          <p:cNvSpPr/>
          <p:nvPr/>
        </p:nvSpPr>
        <p:spPr>
          <a:xfrm>
            <a:off x="5514200" y="699375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68" name="Google Shape;1368;p126"/>
          <p:cNvSpPr/>
          <p:nvPr/>
        </p:nvSpPr>
        <p:spPr>
          <a:xfrm>
            <a:off x="5514200" y="1704125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69" name="Google Shape;1369;p126"/>
          <p:cNvSpPr/>
          <p:nvPr/>
        </p:nvSpPr>
        <p:spPr>
          <a:xfrm>
            <a:off x="5514200" y="2708875"/>
            <a:ext cx="2741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0" name="Google Shape;1370;p126"/>
          <p:cNvSpPr/>
          <p:nvPr/>
        </p:nvSpPr>
        <p:spPr>
          <a:xfrm>
            <a:off x="5514200" y="3713625"/>
            <a:ext cx="27414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1" name="Google Shape;1371;p126"/>
          <p:cNvSpPr txBox="1"/>
          <p:nvPr>
            <p:ph idx="1" type="body"/>
          </p:nvPr>
        </p:nvSpPr>
        <p:spPr>
          <a:xfrm>
            <a:off x="6152675" y="825225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2" name="Google Shape;1372;p126"/>
          <p:cNvSpPr txBox="1"/>
          <p:nvPr>
            <p:ph idx="2" type="body"/>
          </p:nvPr>
        </p:nvSpPr>
        <p:spPr>
          <a:xfrm>
            <a:off x="6149725" y="1827425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3" name="Google Shape;1373;p126"/>
          <p:cNvSpPr txBox="1"/>
          <p:nvPr>
            <p:ph idx="3" type="body"/>
          </p:nvPr>
        </p:nvSpPr>
        <p:spPr>
          <a:xfrm>
            <a:off x="6149725" y="2845138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4" name="Google Shape;1374;p126"/>
          <p:cNvSpPr txBox="1"/>
          <p:nvPr>
            <p:ph idx="4" type="body"/>
          </p:nvPr>
        </p:nvSpPr>
        <p:spPr>
          <a:xfrm>
            <a:off x="6149725" y="3836925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5" name="Google Shape;1375;p126"/>
          <p:cNvSpPr txBox="1"/>
          <p:nvPr>
            <p:ph idx="5" type="subTitle"/>
          </p:nvPr>
        </p:nvSpPr>
        <p:spPr>
          <a:xfrm>
            <a:off x="5647000" y="85140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6" name="Google Shape;1376;p126"/>
          <p:cNvSpPr txBox="1"/>
          <p:nvPr>
            <p:ph idx="6" type="subTitle"/>
          </p:nvPr>
        </p:nvSpPr>
        <p:spPr>
          <a:xfrm>
            <a:off x="5647000" y="1848275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7" name="Google Shape;1377;p126"/>
          <p:cNvSpPr txBox="1"/>
          <p:nvPr>
            <p:ph idx="7" type="subTitle"/>
          </p:nvPr>
        </p:nvSpPr>
        <p:spPr>
          <a:xfrm>
            <a:off x="5647000" y="286600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8" name="Google Shape;1378;p126"/>
          <p:cNvSpPr txBox="1"/>
          <p:nvPr>
            <p:ph idx="8" type="subTitle"/>
          </p:nvPr>
        </p:nvSpPr>
        <p:spPr>
          <a:xfrm>
            <a:off x="5694325" y="386726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1">
  <p:cSld name="CUSTOM_30"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27"/>
          <p:cNvSpPr txBox="1"/>
          <p:nvPr>
            <p:ph type="title"/>
          </p:nvPr>
        </p:nvSpPr>
        <p:spPr>
          <a:xfrm>
            <a:off x="379400" y="445025"/>
            <a:ext cx="837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81" name="Google Shape;1381;p127"/>
          <p:cNvSpPr/>
          <p:nvPr/>
        </p:nvSpPr>
        <p:spPr>
          <a:xfrm>
            <a:off x="379400" y="2644450"/>
            <a:ext cx="6393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82" name="Google Shape;1382;p127"/>
          <p:cNvSpPr txBox="1"/>
          <p:nvPr>
            <p:ph idx="1" type="body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83" name="Google Shape;1383;p127"/>
          <p:cNvSpPr txBox="1"/>
          <p:nvPr>
            <p:ph idx="2" type="body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84" name="Google Shape;1384;p127"/>
          <p:cNvSpPr txBox="1"/>
          <p:nvPr>
            <p:ph idx="3" type="body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85" name="Google Shape;1385;p127"/>
          <p:cNvSpPr/>
          <p:nvPr/>
        </p:nvSpPr>
        <p:spPr>
          <a:xfrm>
            <a:off x="3253500" y="2644450"/>
            <a:ext cx="6393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86" name="Google Shape;1386;p127"/>
          <p:cNvSpPr/>
          <p:nvPr/>
        </p:nvSpPr>
        <p:spPr>
          <a:xfrm>
            <a:off x="6133400" y="2644450"/>
            <a:ext cx="639300" cy="57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87" name="Google Shape;1387;p127"/>
          <p:cNvSpPr txBox="1"/>
          <p:nvPr>
            <p:ph idx="4" type="subTitle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8" name="Google Shape;1388;p127"/>
          <p:cNvSpPr txBox="1"/>
          <p:nvPr>
            <p:ph idx="5" type="subTitle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9" name="Google Shape;1389;p127"/>
          <p:cNvSpPr txBox="1"/>
          <p:nvPr>
            <p:ph idx="6" type="subTitle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2">
  <p:cSld name="CUSTOM_3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28"/>
          <p:cNvSpPr txBox="1"/>
          <p:nvPr>
            <p:ph type="title"/>
          </p:nvPr>
        </p:nvSpPr>
        <p:spPr>
          <a:xfrm>
            <a:off x="566250" y="2285400"/>
            <a:ext cx="3972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2" name="Google Shape;1392;p128"/>
          <p:cNvSpPr/>
          <p:nvPr/>
        </p:nvSpPr>
        <p:spPr>
          <a:xfrm>
            <a:off x="5514200" y="120175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93" name="Google Shape;1393;p128"/>
          <p:cNvSpPr/>
          <p:nvPr/>
        </p:nvSpPr>
        <p:spPr>
          <a:xfrm>
            <a:off x="5514200" y="2206500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94" name="Google Shape;1394;p128"/>
          <p:cNvSpPr/>
          <p:nvPr/>
        </p:nvSpPr>
        <p:spPr>
          <a:xfrm>
            <a:off x="5514200" y="3211250"/>
            <a:ext cx="2741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95" name="Google Shape;1395;p128"/>
          <p:cNvSpPr txBox="1"/>
          <p:nvPr>
            <p:ph idx="1" type="body"/>
          </p:nvPr>
        </p:nvSpPr>
        <p:spPr>
          <a:xfrm>
            <a:off x="6152675" y="1327600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6" name="Google Shape;1396;p128"/>
          <p:cNvSpPr txBox="1"/>
          <p:nvPr>
            <p:ph idx="2" type="body"/>
          </p:nvPr>
        </p:nvSpPr>
        <p:spPr>
          <a:xfrm>
            <a:off x="6149725" y="2329800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7" name="Google Shape;1397;p128"/>
          <p:cNvSpPr txBox="1"/>
          <p:nvPr>
            <p:ph idx="3" type="body"/>
          </p:nvPr>
        </p:nvSpPr>
        <p:spPr>
          <a:xfrm>
            <a:off x="6149725" y="3347513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8" name="Google Shape;1398;p128"/>
          <p:cNvSpPr txBox="1"/>
          <p:nvPr>
            <p:ph idx="4" type="subTitle"/>
          </p:nvPr>
        </p:nvSpPr>
        <p:spPr>
          <a:xfrm>
            <a:off x="5647000" y="1353775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9" name="Google Shape;1399;p128"/>
          <p:cNvSpPr txBox="1"/>
          <p:nvPr>
            <p:ph idx="5" type="subTitle"/>
          </p:nvPr>
        </p:nvSpPr>
        <p:spPr>
          <a:xfrm>
            <a:off x="5647000" y="235065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0" name="Google Shape;1400;p128"/>
          <p:cNvSpPr txBox="1"/>
          <p:nvPr>
            <p:ph idx="6" type="subTitle"/>
          </p:nvPr>
        </p:nvSpPr>
        <p:spPr>
          <a:xfrm>
            <a:off x="5647000" y="3368375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1">
  <p:cSld name="CUSTOM_32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29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03" name="Google Shape;1403;p129"/>
          <p:cNvSpPr/>
          <p:nvPr/>
        </p:nvSpPr>
        <p:spPr>
          <a:xfrm>
            <a:off x="513900" y="2454550"/>
            <a:ext cx="816000" cy="723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04" name="Google Shape;1404;p129"/>
          <p:cNvSpPr txBox="1"/>
          <p:nvPr>
            <p:ph idx="1" type="body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05" name="Google Shape;1405;p129"/>
          <p:cNvSpPr txBox="1"/>
          <p:nvPr>
            <p:ph idx="2" type="body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06" name="Google Shape;1406;p129"/>
          <p:cNvSpPr/>
          <p:nvPr/>
        </p:nvSpPr>
        <p:spPr>
          <a:xfrm>
            <a:off x="4924925" y="2459596"/>
            <a:ext cx="816000" cy="7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07" name="Google Shape;1407;p129"/>
          <p:cNvSpPr txBox="1"/>
          <p:nvPr>
            <p:ph idx="3" type="subTitle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8" name="Google Shape;1408;p129"/>
          <p:cNvSpPr txBox="1"/>
          <p:nvPr>
            <p:ph idx="4" type="subTitle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2">
  <p:cSld name="CUSTOM_33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0"/>
          <p:cNvSpPr txBox="1"/>
          <p:nvPr>
            <p:ph type="title"/>
          </p:nvPr>
        </p:nvSpPr>
        <p:spPr>
          <a:xfrm>
            <a:off x="566250" y="2285400"/>
            <a:ext cx="3999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1" name="Google Shape;1411;p130"/>
          <p:cNvSpPr/>
          <p:nvPr/>
        </p:nvSpPr>
        <p:spPr>
          <a:xfrm>
            <a:off x="5514200" y="146225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12" name="Google Shape;1412;p130"/>
          <p:cNvSpPr/>
          <p:nvPr/>
        </p:nvSpPr>
        <p:spPr>
          <a:xfrm>
            <a:off x="5514200" y="2950750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13" name="Google Shape;1413;p130"/>
          <p:cNvSpPr txBox="1"/>
          <p:nvPr>
            <p:ph idx="1" type="body"/>
          </p:nvPr>
        </p:nvSpPr>
        <p:spPr>
          <a:xfrm>
            <a:off x="6152675" y="1588100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4" name="Google Shape;1414;p130"/>
          <p:cNvSpPr txBox="1"/>
          <p:nvPr>
            <p:ph idx="2" type="body"/>
          </p:nvPr>
        </p:nvSpPr>
        <p:spPr>
          <a:xfrm>
            <a:off x="6149725" y="3074050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5" name="Google Shape;1415;p130"/>
          <p:cNvSpPr txBox="1"/>
          <p:nvPr>
            <p:ph idx="3" type="subTitle"/>
          </p:nvPr>
        </p:nvSpPr>
        <p:spPr>
          <a:xfrm>
            <a:off x="5647000" y="1614275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6" name="Google Shape;1416;p130"/>
          <p:cNvSpPr txBox="1"/>
          <p:nvPr>
            <p:ph idx="4" type="subTitle"/>
          </p:nvPr>
        </p:nvSpPr>
        <p:spPr>
          <a:xfrm>
            <a:off x="5647000" y="309490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1">
  <p:cSld name="CUSTOM_35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31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19" name="Google Shape;1419;p131"/>
          <p:cNvSpPr/>
          <p:nvPr/>
        </p:nvSpPr>
        <p:spPr>
          <a:xfrm>
            <a:off x="379400" y="1614000"/>
            <a:ext cx="815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20" name="Google Shape;1420;p131"/>
          <p:cNvSpPr/>
          <p:nvPr/>
        </p:nvSpPr>
        <p:spPr>
          <a:xfrm>
            <a:off x="4581475" y="1614000"/>
            <a:ext cx="815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21" name="Google Shape;1421;p131"/>
          <p:cNvSpPr/>
          <p:nvPr/>
        </p:nvSpPr>
        <p:spPr>
          <a:xfrm>
            <a:off x="379400" y="2798975"/>
            <a:ext cx="815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22" name="Google Shape;1422;p131"/>
          <p:cNvSpPr/>
          <p:nvPr/>
        </p:nvSpPr>
        <p:spPr>
          <a:xfrm>
            <a:off x="4581475" y="2798975"/>
            <a:ext cx="8154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23" name="Google Shape;1423;p131"/>
          <p:cNvSpPr txBox="1"/>
          <p:nvPr>
            <p:ph idx="1" type="body"/>
          </p:nvPr>
        </p:nvSpPr>
        <p:spPr>
          <a:xfrm>
            <a:off x="1321375" y="1713588"/>
            <a:ext cx="30543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24" name="Google Shape;1424;p131"/>
          <p:cNvSpPr txBox="1"/>
          <p:nvPr>
            <p:ph idx="2" type="body"/>
          </p:nvPr>
        </p:nvSpPr>
        <p:spPr>
          <a:xfrm>
            <a:off x="5523450" y="1713588"/>
            <a:ext cx="30543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25" name="Google Shape;1425;p131"/>
          <p:cNvSpPr txBox="1"/>
          <p:nvPr>
            <p:ph idx="3" type="body"/>
          </p:nvPr>
        </p:nvSpPr>
        <p:spPr>
          <a:xfrm>
            <a:off x="1321375" y="2911988"/>
            <a:ext cx="30543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26" name="Google Shape;1426;p131"/>
          <p:cNvSpPr txBox="1"/>
          <p:nvPr>
            <p:ph idx="4" type="body"/>
          </p:nvPr>
        </p:nvSpPr>
        <p:spPr>
          <a:xfrm>
            <a:off x="5523450" y="2911988"/>
            <a:ext cx="30543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27" name="Google Shape;1427;p131"/>
          <p:cNvSpPr txBox="1"/>
          <p:nvPr>
            <p:ph idx="5" type="subTitle"/>
          </p:nvPr>
        </p:nvSpPr>
        <p:spPr>
          <a:xfrm>
            <a:off x="542300" y="17629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8" name="Google Shape;1428;p131"/>
          <p:cNvSpPr txBox="1"/>
          <p:nvPr>
            <p:ph idx="6" type="subTitle"/>
          </p:nvPr>
        </p:nvSpPr>
        <p:spPr>
          <a:xfrm>
            <a:off x="4744375" y="17629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9" name="Google Shape;1429;p131"/>
          <p:cNvSpPr txBox="1"/>
          <p:nvPr>
            <p:ph idx="7" type="subTitle"/>
          </p:nvPr>
        </p:nvSpPr>
        <p:spPr>
          <a:xfrm>
            <a:off x="542300" y="29613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0" name="Google Shape;1430;p131"/>
          <p:cNvSpPr txBox="1"/>
          <p:nvPr>
            <p:ph idx="8" type="subTitle"/>
          </p:nvPr>
        </p:nvSpPr>
        <p:spPr>
          <a:xfrm>
            <a:off x="4744375" y="29613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2">
  <p:cSld name="CUSTOM_36"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32"/>
          <p:cNvSpPr txBox="1"/>
          <p:nvPr>
            <p:ph type="title"/>
          </p:nvPr>
        </p:nvSpPr>
        <p:spPr>
          <a:xfrm>
            <a:off x="566250" y="2285400"/>
            <a:ext cx="3638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33" name="Google Shape;1433;p132"/>
          <p:cNvSpPr/>
          <p:nvPr/>
        </p:nvSpPr>
        <p:spPr>
          <a:xfrm>
            <a:off x="5514200" y="699375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4" name="Google Shape;1434;p132"/>
          <p:cNvSpPr/>
          <p:nvPr/>
        </p:nvSpPr>
        <p:spPr>
          <a:xfrm>
            <a:off x="5514200" y="1704125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5" name="Google Shape;1435;p132"/>
          <p:cNvSpPr/>
          <p:nvPr/>
        </p:nvSpPr>
        <p:spPr>
          <a:xfrm>
            <a:off x="5514200" y="2708875"/>
            <a:ext cx="2741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6" name="Google Shape;1436;p132"/>
          <p:cNvSpPr/>
          <p:nvPr/>
        </p:nvSpPr>
        <p:spPr>
          <a:xfrm>
            <a:off x="5514200" y="3713625"/>
            <a:ext cx="27414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7" name="Google Shape;1437;p132"/>
          <p:cNvSpPr txBox="1"/>
          <p:nvPr>
            <p:ph idx="1" type="body"/>
          </p:nvPr>
        </p:nvSpPr>
        <p:spPr>
          <a:xfrm>
            <a:off x="6152675" y="825225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8" name="Google Shape;1438;p132"/>
          <p:cNvSpPr txBox="1"/>
          <p:nvPr>
            <p:ph idx="2" type="body"/>
          </p:nvPr>
        </p:nvSpPr>
        <p:spPr>
          <a:xfrm>
            <a:off x="6149725" y="1827425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9" name="Google Shape;1439;p132"/>
          <p:cNvSpPr txBox="1"/>
          <p:nvPr>
            <p:ph idx="3" type="body"/>
          </p:nvPr>
        </p:nvSpPr>
        <p:spPr>
          <a:xfrm>
            <a:off x="6149725" y="2845138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32"/>
          <p:cNvSpPr txBox="1"/>
          <p:nvPr>
            <p:ph idx="4" type="body"/>
          </p:nvPr>
        </p:nvSpPr>
        <p:spPr>
          <a:xfrm>
            <a:off x="6149725" y="3836925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1" name="Google Shape;1441;p132"/>
          <p:cNvSpPr txBox="1"/>
          <p:nvPr>
            <p:ph idx="5" type="subTitle"/>
          </p:nvPr>
        </p:nvSpPr>
        <p:spPr>
          <a:xfrm>
            <a:off x="5647000" y="85140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2" name="Google Shape;1442;p132"/>
          <p:cNvSpPr txBox="1"/>
          <p:nvPr>
            <p:ph idx="6" type="subTitle"/>
          </p:nvPr>
        </p:nvSpPr>
        <p:spPr>
          <a:xfrm>
            <a:off x="5647000" y="1848275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32"/>
          <p:cNvSpPr txBox="1"/>
          <p:nvPr>
            <p:ph idx="7" type="subTitle"/>
          </p:nvPr>
        </p:nvSpPr>
        <p:spPr>
          <a:xfrm>
            <a:off x="5647000" y="286600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32"/>
          <p:cNvSpPr txBox="1"/>
          <p:nvPr>
            <p:ph idx="8" type="subTitle"/>
          </p:nvPr>
        </p:nvSpPr>
        <p:spPr>
          <a:xfrm>
            <a:off x="5694325" y="386726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1">
  <p:cSld name="CUSTOM_37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33"/>
          <p:cNvSpPr txBox="1"/>
          <p:nvPr>
            <p:ph type="title"/>
          </p:nvPr>
        </p:nvSpPr>
        <p:spPr>
          <a:xfrm>
            <a:off x="379400" y="445025"/>
            <a:ext cx="826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47" name="Google Shape;1447;p133"/>
          <p:cNvSpPr/>
          <p:nvPr/>
        </p:nvSpPr>
        <p:spPr>
          <a:xfrm>
            <a:off x="379400" y="2644450"/>
            <a:ext cx="6393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48" name="Google Shape;1448;p133"/>
          <p:cNvSpPr txBox="1"/>
          <p:nvPr>
            <p:ph idx="1" type="body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49" name="Google Shape;1449;p133"/>
          <p:cNvSpPr txBox="1"/>
          <p:nvPr>
            <p:ph idx="2" type="body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50" name="Google Shape;1450;p133"/>
          <p:cNvSpPr txBox="1"/>
          <p:nvPr>
            <p:ph idx="3" type="body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51" name="Google Shape;1451;p133"/>
          <p:cNvSpPr/>
          <p:nvPr/>
        </p:nvSpPr>
        <p:spPr>
          <a:xfrm>
            <a:off x="3253500" y="2644450"/>
            <a:ext cx="6393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52" name="Google Shape;1452;p133"/>
          <p:cNvSpPr/>
          <p:nvPr/>
        </p:nvSpPr>
        <p:spPr>
          <a:xfrm>
            <a:off x="6133400" y="2644450"/>
            <a:ext cx="639300" cy="57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53" name="Google Shape;1453;p133"/>
          <p:cNvSpPr txBox="1"/>
          <p:nvPr>
            <p:ph idx="4" type="subTitle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4" name="Google Shape;1454;p133"/>
          <p:cNvSpPr txBox="1"/>
          <p:nvPr>
            <p:ph idx="5" type="subTitle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5" name="Google Shape;1455;p133"/>
          <p:cNvSpPr txBox="1"/>
          <p:nvPr>
            <p:ph idx="6" type="subTitle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2">
  <p:cSld name="CUSTOM_38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34"/>
          <p:cNvSpPr txBox="1"/>
          <p:nvPr>
            <p:ph type="title"/>
          </p:nvPr>
        </p:nvSpPr>
        <p:spPr>
          <a:xfrm>
            <a:off x="566250" y="2285400"/>
            <a:ext cx="402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8" name="Google Shape;1458;p134"/>
          <p:cNvSpPr/>
          <p:nvPr/>
        </p:nvSpPr>
        <p:spPr>
          <a:xfrm>
            <a:off x="5514200" y="120175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59" name="Google Shape;1459;p134"/>
          <p:cNvSpPr/>
          <p:nvPr/>
        </p:nvSpPr>
        <p:spPr>
          <a:xfrm>
            <a:off x="5514200" y="2206500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60" name="Google Shape;1460;p134"/>
          <p:cNvSpPr/>
          <p:nvPr/>
        </p:nvSpPr>
        <p:spPr>
          <a:xfrm>
            <a:off x="5514200" y="3211250"/>
            <a:ext cx="2741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61" name="Google Shape;1461;p134"/>
          <p:cNvSpPr txBox="1"/>
          <p:nvPr>
            <p:ph idx="1" type="body"/>
          </p:nvPr>
        </p:nvSpPr>
        <p:spPr>
          <a:xfrm>
            <a:off x="6152675" y="1327600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2" name="Google Shape;1462;p134"/>
          <p:cNvSpPr txBox="1"/>
          <p:nvPr>
            <p:ph idx="2" type="body"/>
          </p:nvPr>
        </p:nvSpPr>
        <p:spPr>
          <a:xfrm>
            <a:off x="6149725" y="2329800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3" name="Google Shape;1463;p134"/>
          <p:cNvSpPr txBox="1"/>
          <p:nvPr>
            <p:ph idx="3" type="body"/>
          </p:nvPr>
        </p:nvSpPr>
        <p:spPr>
          <a:xfrm>
            <a:off x="6149725" y="3347513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4" name="Google Shape;1464;p134"/>
          <p:cNvSpPr txBox="1"/>
          <p:nvPr>
            <p:ph idx="4" type="subTitle"/>
          </p:nvPr>
        </p:nvSpPr>
        <p:spPr>
          <a:xfrm>
            <a:off x="5647000" y="1353775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5" name="Google Shape;1465;p134"/>
          <p:cNvSpPr txBox="1"/>
          <p:nvPr>
            <p:ph idx="5" type="subTitle"/>
          </p:nvPr>
        </p:nvSpPr>
        <p:spPr>
          <a:xfrm>
            <a:off x="5647000" y="235065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6" name="Google Shape;1466;p134"/>
          <p:cNvSpPr txBox="1"/>
          <p:nvPr>
            <p:ph idx="6" type="subTitle"/>
          </p:nvPr>
        </p:nvSpPr>
        <p:spPr>
          <a:xfrm>
            <a:off x="5647000" y="3368375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1">
  <p:cSld name="CUSTOM_39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3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69" name="Google Shape;1469;p135"/>
          <p:cNvSpPr/>
          <p:nvPr/>
        </p:nvSpPr>
        <p:spPr>
          <a:xfrm>
            <a:off x="513900" y="2454550"/>
            <a:ext cx="816000" cy="723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70" name="Google Shape;1470;p135"/>
          <p:cNvSpPr txBox="1"/>
          <p:nvPr>
            <p:ph idx="1" type="body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71" name="Google Shape;1471;p135"/>
          <p:cNvSpPr txBox="1"/>
          <p:nvPr>
            <p:ph idx="2" type="body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72" name="Google Shape;1472;p135"/>
          <p:cNvSpPr/>
          <p:nvPr/>
        </p:nvSpPr>
        <p:spPr>
          <a:xfrm>
            <a:off x="4924925" y="2459596"/>
            <a:ext cx="816000" cy="7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73" name="Google Shape;1473;p135"/>
          <p:cNvSpPr txBox="1"/>
          <p:nvPr>
            <p:ph idx="3" type="subTitle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4" name="Google Shape;1474;p135"/>
          <p:cNvSpPr txBox="1"/>
          <p:nvPr>
            <p:ph idx="4" type="subTitle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2">
  <p:cSld name="CUSTOM_40"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36"/>
          <p:cNvSpPr txBox="1"/>
          <p:nvPr>
            <p:ph type="title"/>
          </p:nvPr>
        </p:nvSpPr>
        <p:spPr>
          <a:xfrm>
            <a:off x="566250" y="2339775"/>
            <a:ext cx="3999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77" name="Google Shape;1477;p136"/>
          <p:cNvSpPr/>
          <p:nvPr/>
        </p:nvSpPr>
        <p:spPr>
          <a:xfrm>
            <a:off x="5514200" y="146225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78" name="Google Shape;1478;p136"/>
          <p:cNvSpPr/>
          <p:nvPr/>
        </p:nvSpPr>
        <p:spPr>
          <a:xfrm>
            <a:off x="5514200" y="2950750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79" name="Google Shape;1479;p136"/>
          <p:cNvSpPr txBox="1"/>
          <p:nvPr>
            <p:ph idx="1" type="body"/>
          </p:nvPr>
        </p:nvSpPr>
        <p:spPr>
          <a:xfrm>
            <a:off x="6152675" y="1588100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0" name="Google Shape;1480;p136"/>
          <p:cNvSpPr txBox="1"/>
          <p:nvPr>
            <p:ph idx="2" type="body"/>
          </p:nvPr>
        </p:nvSpPr>
        <p:spPr>
          <a:xfrm>
            <a:off x="6149725" y="3074050"/>
            <a:ext cx="18846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1" name="Google Shape;1481;p136"/>
          <p:cNvSpPr txBox="1"/>
          <p:nvPr>
            <p:ph idx="3" type="subTitle"/>
          </p:nvPr>
        </p:nvSpPr>
        <p:spPr>
          <a:xfrm>
            <a:off x="5647000" y="1614275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2" name="Google Shape;1482;p136"/>
          <p:cNvSpPr txBox="1"/>
          <p:nvPr>
            <p:ph idx="4" type="subTitle"/>
          </p:nvPr>
        </p:nvSpPr>
        <p:spPr>
          <a:xfrm>
            <a:off x="5647000" y="3094900"/>
            <a:ext cx="455400" cy="4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1">
  <p:cSld name="CUSTOM_34"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37"/>
          <p:cNvSpPr/>
          <p:nvPr/>
        </p:nvSpPr>
        <p:spPr>
          <a:xfrm>
            <a:off x="5912625" y="3041863"/>
            <a:ext cx="22851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85" name="Google Shape;1485;p137"/>
          <p:cNvSpPr/>
          <p:nvPr/>
        </p:nvSpPr>
        <p:spPr>
          <a:xfrm>
            <a:off x="6004575" y="3120763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86" name="Google Shape;1486;p137"/>
          <p:cNvSpPr txBox="1"/>
          <p:nvPr>
            <p:ph type="title"/>
          </p:nvPr>
        </p:nvSpPr>
        <p:spPr>
          <a:xfrm>
            <a:off x="566250" y="2285400"/>
            <a:ext cx="4067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87" name="Google Shape;1487;p137"/>
          <p:cNvSpPr/>
          <p:nvPr/>
        </p:nvSpPr>
        <p:spPr>
          <a:xfrm>
            <a:off x="5912625" y="1371138"/>
            <a:ext cx="22851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88" name="Google Shape;1488;p137"/>
          <p:cNvSpPr/>
          <p:nvPr/>
        </p:nvSpPr>
        <p:spPr>
          <a:xfrm>
            <a:off x="6004575" y="1452588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489" name="Google Shape;1489;p137"/>
          <p:cNvGrpSpPr/>
          <p:nvPr/>
        </p:nvGrpSpPr>
        <p:grpSpPr>
          <a:xfrm rot="-2700000">
            <a:off x="6131098" y="1596259"/>
            <a:ext cx="348897" cy="200098"/>
            <a:chOff x="3876675" y="1766250"/>
            <a:chExt cx="348900" cy="200100"/>
          </a:xfrm>
        </p:grpSpPr>
        <p:sp>
          <p:nvSpPr>
            <p:cNvPr id="1490" name="Google Shape;1490;p137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491" name="Google Shape;1491;p137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492" name="Google Shape;1492;p137"/>
          <p:cNvGrpSpPr/>
          <p:nvPr/>
        </p:nvGrpSpPr>
        <p:grpSpPr>
          <a:xfrm>
            <a:off x="6142124" y="3258302"/>
            <a:ext cx="297600" cy="297600"/>
            <a:chOff x="3902424" y="2300989"/>
            <a:chExt cx="297600" cy="297600"/>
          </a:xfrm>
        </p:grpSpPr>
        <p:sp>
          <p:nvSpPr>
            <p:cNvPr id="1493" name="Google Shape;1493;p137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494" name="Google Shape;1494;p137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495" name="Google Shape;1495;p137"/>
          <p:cNvSpPr txBox="1"/>
          <p:nvPr>
            <p:ph idx="1" type="body"/>
          </p:nvPr>
        </p:nvSpPr>
        <p:spPr>
          <a:xfrm>
            <a:off x="6661950" y="1452600"/>
            <a:ext cx="139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6" name="Google Shape;1496;p137"/>
          <p:cNvSpPr txBox="1"/>
          <p:nvPr>
            <p:ph idx="2" type="body"/>
          </p:nvPr>
        </p:nvSpPr>
        <p:spPr>
          <a:xfrm>
            <a:off x="6694150" y="3120750"/>
            <a:ext cx="139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2">
  <p:cSld name="CUSTOM_34_1"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38"/>
          <p:cNvSpPr/>
          <p:nvPr/>
        </p:nvSpPr>
        <p:spPr>
          <a:xfrm>
            <a:off x="6292650" y="3465375"/>
            <a:ext cx="22851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99" name="Google Shape;1499;p138"/>
          <p:cNvSpPr/>
          <p:nvPr/>
        </p:nvSpPr>
        <p:spPr>
          <a:xfrm>
            <a:off x="63846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00" name="Google Shape;1500;p13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01" name="Google Shape;1501;p138"/>
          <p:cNvSpPr/>
          <p:nvPr/>
        </p:nvSpPr>
        <p:spPr>
          <a:xfrm>
            <a:off x="566250" y="3462825"/>
            <a:ext cx="22851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02" name="Google Shape;1502;p138"/>
          <p:cNvSpPr/>
          <p:nvPr/>
        </p:nvSpPr>
        <p:spPr>
          <a:xfrm>
            <a:off x="6582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503" name="Google Shape;1503;p138"/>
          <p:cNvGrpSpPr/>
          <p:nvPr/>
        </p:nvGrpSpPr>
        <p:grpSpPr>
          <a:xfrm rot="-2700000">
            <a:off x="784723" y="3687946"/>
            <a:ext cx="348897" cy="200098"/>
            <a:chOff x="3876675" y="1766250"/>
            <a:chExt cx="348900" cy="200100"/>
          </a:xfrm>
        </p:grpSpPr>
        <p:sp>
          <p:nvSpPr>
            <p:cNvPr id="1504" name="Google Shape;1504;p138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05" name="Google Shape;1505;p138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506" name="Google Shape;1506;p138"/>
          <p:cNvGrpSpPr/>
          <p:nvPr/>
        </p:nvGrpSpPr>
        <p:grpSpPr>
          <a:xfrm>
            <a:off x="6522149" y="3681814"/>
            <a:ext cx="297600" cy="297600"/>
            <a:chOff x="3902424" y="2300989"/>
            <a:chExt cx="297600" cy="297600"/>
          </a:xfrm>
        </p:grpSpPr>
        <p:sp>
          <p:nvSpPr>
            <p:cNvPr id="1507" name="Google Shape;1507;p138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08" name="Google Shape;1508;p138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509" name="Google Shape;1509;p138"/>
          <p:cNvSpPr txBox="1"/>
          <p:nvPr>
            <p:ph idx="1" type="body"/>
          </p:nvPr>
        </p:nvSpPr>
        <p:spPr>
          <a:xfrm>
            <a:off x="1331100" y="3544275"/>
            <a:ext cx="139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0" name="Google Shape;1510;p138"/>
          <p:cNvSpPr txBox="1"/>
          <p:nvPr>
            <p:ph idx="2" type="body"/>
          </p:nvPr>
        </p:nvSpPr>
        <p:spPr>
          <a:xfrm>
            <a:off x="7041975" y="3541725"/>
            <a:ext cx="139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3">
  <p:cSld name="CUSTOM_34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39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3" name="Google Shape;1513;p139"/>
          <p:cNvSpPr/>
          <p:nvPr/>
        </p:nvSpPr>
        <p:spPr>
          <a:xfrm>
            <a:off x="566250" y="520900"/>
            <a:ext cx="8040900" cy="3672300"/>
          </a:xfrm>
          <a:prstGeom prst="roundRect">
            <a:avLst>
              <a:gd fmla="val 5790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139"/>
          <p:cNvSpPr/>
          <p:nvPr/>
        </p:nvSpPr>
        <p:spPr>
          <a:xfrm>
            <a:off x="4841575" y="3838475"/>
            <a:ext cx="2285100" cy="730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15" name="Google Shape;1515;p139"/>
          <p:cNvSpPr/>
          <p:nvPr/>
        </p:nvSpPr>
        <p:spPr>
          <a:xfrm>
            <a:off x="493352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16" name="Google Shape;1516;p139"/>
          <p:cNvSpPr txBox="1"/>
          <p:nvPr>
            <p:ph type="title"/>
          </p:nvPr>
        </p:nvSpPr>
        <p:spPr>
          <a:xfrm>
            <a:off x="918800" y="833450"/>
            <a:ext cx="7316400" cy="20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17" name="Google Shape;1517;p139"/>
          <p:cNvSpPr/>
          <p:nvPr/>
        </p:nvSpPr>
        <p:spPr>
          <a:xfrm>
            <a:off x="2017325" y="3835925"/>
            <a:ext cx="22851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18" name="Google Shape;1518;p139"/>
          <p:cNvSpPr/>
          <p:nvPr/>
        </p:nvSpPr>
        <p:spPr>
          <a:xfrm>
            <a:off x="210927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519" name="Google Shape;1519;p139"/>
          <p:cNvGrpSpPr/>
          <p:nvPr/>
        </p:nvGrpSpPr>
        <p:grpSpPr>
          <a:xfrm rot="-2700000">
            <a:off x="2235798" y="4061046"/>
            <a:ext cx="348897" cy="200098"/>
            <a:chOff x="3876675" y="1766250"/>
            <a:chExt cx="348900" cy="200100"/>
          </a:xfrm>
        </p:grpSpPr>
        <p:sp>
          <p:nvSpPr>
            <p:cNvPr id="1520" name="Google Shape;1520;p139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21" name="Google Shape;1521;p139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522" name="Google Shape;1522;p139"/>
          <p:cNvGrpSpPr/>
          <p:nvPr/>
        </p:nvGrpSpPr>
        <p:grpSpPr>
          <a:xfrm>
            <a:off x="5071074" y="4054914"/>
            <a:ext cx="297600" cy="297600"/>
            <a:chOff x="3902424" y="2300989"/>
            <a:chExt cx="297600" cy="297600"/>
          </a:xfrm>
        </p:grpSpPr>
        <p:sp>
          <p:nvSpPr>
            <p:cNvPr id="1523" name="Google Shape;1523;p139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24" name="Google Shape;1524;p139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525" name="Google Shape;1525;p139"/>
          <p:cNvSpPr txBox="1"/>
          <p:nvPr>
            <p:ph idx="1" type="body"/>
          </p:nvPr>
        </p:nvSpPr>
        <p:spPr>
          <a:xfrm>
            <a:off x="2772900" y="3917375"/>
            <a:ext cx="139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6" name="Google Shape;1526;p139"/>
          <p:cNvSpPr txBox="1"/>
          <p:nvPr>
            <p:ph idx="2" type="body"/>
          </p:nvPr>
        </p:nvSpPr>
        <p:spPr>
          <a:xfrm>
            <a:off x="5609675" y="3914825"/>
            <a:ext cx="139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07" Type="http://schemas.openxmlformats.org/officeDocument/2006/relationships/slideLayout" Target="../slideLayouts/slideLayout118.xml"/><Relationship Id="rId106" Type="http://schemas.openxmlformats.org/officeDocument/2006/relationships/slideLayout" Target="../slideLayouts/slideLayout117.xml"/><Relationship Id="rId105" Type="http://schemas.openxmlformats.org/officeDocument/2006/relationships/slideLayout" Target="../slideLayouts/slideLayout116.xml"/><Relationship Id="rId104" Type="http://schemas.openxmlformats.org/officeDocument/2006/relationships/slideLayout" Target="../slideLayouts/slideLayout115.xml"/><Relationship Id="rId109" Type="http://schemas.openxmlformats.org/officeDocument/2006/relationships/slideLayout" Target="../slideLayouts/slideLayout120.xml"/><Relationship Id="rId108" Type="http://schemas.openxmlformats.org/officeDocument/2006/relationships/slideLayout" Target="../slideLayouts/slideLayout119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103" Type="http://schemas.openxmlformats.org/officeDocument/2006/relationships/slideLayout" Target="../slideLayouts/slideLayout114.xml"/><Relationship Id="rId102" Type="http://schemas.openxmlformats.org/officeDocument/2006/relationships/slideLayout" Target="../slideLayouts/slideLayout113.xml"/><Relationship Id="rId101" Type="http://schemas.openxmlformats.org/officeDocument/2006/relationships/slideLayout" Target="../slideLayouts/slideLayout112.xml"/><Relationship Id="rId100" Type="http://schemas.openxmlformats.org/officeDocument/2006/relationships/slideLayout" Target="../slideLayouts/slideLayout111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27" Type="http://schemas.openxmlformats.org/officeDocument/2006/relationships/theme" Target="../theme/theme3.xml"/><Relationship Id="rId126" Type="http://schemas.openxmlformats.org/officeDocument/2006/relationships/slideLayout" Target="../slideLayouts/slideLayout137.xml"/><Relationship Id="rId26" Type="http://schemas.openxmlformats.org/officeDocument/2006/relationships/slideLayout" Target="../slideLayouts/slideLayout37.xml"/><Relationship Id="rId121" Type="http://schemas.openxmlformats.org/officeDocument/2006/relationships/slideLayout" Target="../slideLayouts/slideLayout132.xml"/><Relationship Id="rId25" Type="http://schemas.openxmlformats.org/officeDocument/2006/relationships/slideLayout" Target="../slideLayouts/slideLayout36.xml"/><Relationship Id="rId120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125" Type="http://schemas.openxmlformats.org/officeDocument/2006/relationships/slideLayout" Target="../slideLayouts/slideLayout136.xml"/><Relationship Id="rId29" Type="http://schemas.openxmlformats.org/officeDocument/2006/relationships/slideLayout" Target="../slideLayouts/slideLayout40.xml"/><Relationship Id="rId124" Type="http://schemas.openxmlformats.org/officeDocument/2006/relationships/slideLayout" Target="../slideLayouts/slideLayout135.xml"/><Relationship Id="rId123" Type="http://schemas.openxmlformats.org/officeDocument/2006/relationships/slideLayout" Target="../slideLayouts/slideLayout134.xml"/><Relationship Id="rId122" Type="http://schemas.openxmlformats.org/officeDocument/2006/relationships/slideLayout" Target="../slideLayouts/slideLayout133.xml"/><Relationship Id="rId95" Type="http://schemas.openxmlformats.org/officeDocument/2006/relationships/slideLayout" Target="../slideLayouts/slideLayout106.xml"/><Relationship Id="rId94" Type="http://schemas.openxmlformats.org/officeDocument/2006/relationships/slideLayout" Target="../slideLayouts/slideLayout105.xml"/><Relationship Id="rId97" Type="http://schemas.openxmlformats.org/officeDocument/2006/relationships/slideLayout" Target="../slideLayouts/slideLayout108.xml"/><Relationship Id="rId9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22.xml"/><Relationship Id="rId9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21.xml"/><Relationship Id="rId98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91" Type="http://schemas.openxmlformats.org/officeDocument/2006/relationships/slideLayout" Target="../slideLayouts/slideLayout102.xml"/><Relationship Id="rId90" Type="http://schemas.openxmlformats.org/officeDocument/2006/relationships/slideLayout" Target="../slideLayouts/slideLayout101.xml"/><Relationship Id="rId93" Type="http://schemas.openxmlformats.org/officeDocument/2006/relationships/slideLayout" Target="../slideLayouts/slideLayout104.xml"/><Relationship Id="rId92" Type="http://schemas.openxmlformats.org/officeDocument/2006/relationships/slideLayout" Target="../slideLayouts/slideLayout103.xml"/><Relationship Id="rId118" Type="http://schemas.openxmlformats.org/officeDocument/2006/relationships/slideLayout" Target="../slideLayouts/slideLayout129.xml"/><Relationship Id="rId117" Type="http://schemas.openxmlformats.org/officeDocument/2006/relationships/slideLayout" Target="../slideLayouts/slideLayout128.xml"/><Relationship Id="rId116" Type="http://schemas.openxmlformats.org/officeDocument/2006/relationships/slideLayout" Target="../slideLayouts/slideLayout127.xml"/><Relationship Id="rId115" Type="http://schemas.openxmlformats.org/officeDocument/2006/relationships/slideLayout" Target="../slideLayouts/slideLayout126.xml"/><Relationship Id="rId119" Type="http://schemas.openxmlformats.org/officeDocument/2006/relationships/slideLayout" Target="../slideLayouts/slideLayout130.xml"/><Relationship Id="rId15" Type="http://schemas.openxmlformats.org/officeDocument/2006/relationships/slideLayout" Target="../slideLayouts/slideLayout26.xml"/><Relationship Id="rId110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14" Type="http://schemas.openxmlformats.org/officeDocument/2006/relationships/slideLayout" Target="../slideLayouts/slideLayout125.xml"/><Relationship Id="rId18" Type="http://schemas.openxmlformats.org/officeDocument/2006/relationships/slideLayout" Target="../slideLayouts/slideLayout29.xml"/><Relationship Id="rId113" Type="http://schemas.openxmlformats.org/officeDocument/2006/relationships/slideLayout" Target="../slideLayouts/slideLayout124.xml"/><Relationship Id="rId112" Type="http://schemas.openxmlformats.org/officeDocument/2006/relationships/slideLayout" Target="../slideLayouts/slideLayout123.xml"/><Relationship Id="rId111" Type="http://schemas.openxmlformats.org/officeDocument/2006/relationships/slideLayout" Target="../slideLayouts/slideLayout122.xml"/><Relationship Id="rId84" Type="http://schemas.openxmlformats.org/officeDocument/2006/relationships/slideLayout" Target="../slideLayouts/slideLayout95.xml"/><Relationship Id="rId83" Type="http://schemas.openxmlformats.org/officeDocument/2006/relationships/slideLayout" Target="../slideLayouts/slideLayout94.xml"/><Relationship Id="rId86" Type="http://schemas.openxmlformats.org/officeDocument/2006/relationships/slideLayout" Target="../slideLayouts/slideLayout97.xml"/><Relationship Id="rId85" Type="http://schemas.openxmlformats.org/officeDocument/2006/relationships/slideLayout" Target="../slideLayouts/slideLayout96.xml"/><Relationship Id="rId88" Type="http://schemas.openxmlformats.org/officeDocument/2006/relationships/slideLayout" Target="../slideLayouts/slideLayout99.xml"/><Relationship Id="rId87" Type="http://schemas.openxmlformats.org/officeDocument/2006/relationships/slideLayout" Target="../slideLayouts/slideLayout98.xml"/><Relationship Id="rId89" Type="http://schemas.openxmlformats.org/officeDocument/2006/relationships/slideLayout" Target="../slideLayouts/slideLayout100.xml"/><Relationship Id="rId80" Type="http://schemas.openxmlformats.org/officeDocument/2006/relationships/slideLayout" Target="../slideLayouts/slideLayout91.xml"/><Relationship Id="rId82" Type="http://schemas.openxmlformats.org/officeDocument/2006/relationships/slideLayout" Target="../slideLayouts/slideLayout93.xml"/><Relationship Id="rId81" Type="http://schemas.openxmlformats.org/officeDocument/2006/relationships/slideLayout" Target="../slideLayouts/slideLayout9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73" Type="http://schemas.openxmlformats.org/officeDocument/2006/relationships/slideLayout" Target="../slideLayouts/slideLayout84.xml"/><Relationship Id="rId72" Type="http://schemas.openxmlformats.org/officeDocument/2006/relationships/slideLayout" Target="../slideLayouts/slideLayout83.xml"/><Relationship Id="rId75" Type="http://schemas.openxmlformats.org/officeDocument/2006/relationships/slideLayout" Target="../slideLayouts/slideLayout86.xml"/><Relationship Id="rId74" Type="http://schemas.openxmlformats.org/officeDocument/2006/relationships/slideLayout" Target="../slideLayouts/slideLayout85.xml"/><Relationship Id="rId77" Type="http://schemas.openxmlformats.org/officeDocument/2006/relationships/slideLayout" Target="../slideLayouts/slideLayout88.xml"/><Relationship Id="rId76" Type="http://schemas.openxmlformats.org/officeDocument/2006/relationships/slideLayout" Target="../slideLayouts/slideLayout87.xml"/><Relationship Id="rId79" Type="http://schemas.openxmlformats.org/officeDocument/2006/relationships/slideLayout" Target="../slideLayouts/slideLayout90.xml"/><Relationship Id="rId78" Type="http://schemas.openxmlformats.org/officeDocument/2006/relationships/slideLayout" Target="../slideLayouts/slideLayout89.xml"/><Relationship Id="rId71" Type="http://schemas.openxmlformats.org/officeDocument/2006/relationships/slideLayout" Target="../slideLayouts/slideLayout82.xml"/><Relationship Id="rId70" Type="http://schemas.openxmlformats.org/officeDocument/2006/relationships/slideLayout" Target="../slideLayouts/slideLayout81.xml"/><Relationship Id="rId62" Type="http://schemas.openxmlformats.org/officeDocument/2006/relationships/slideLayout" Target="../slideLayouts/slideLayout73.xml"/><Relationship Id="rId61" Type="http://schemas.openxmlformats.org/officeDocument/2006/relationships/slideLayout" Target="../slideLayouts/slideLayout72.xml"/><Relationship Id="rId64" Type="http://schemas.openxmlformats.org/officeDocument/2006/relationships/slideLayout" Target="../slideLayouts/slideLayout75.xml"/><Relationship Id="rId63" Type="http://schemas.openxmlformats.org/officeDocument/2006/relationships/slideLayout" Target="../slideLayouts/slideLayout74.xml"/><Relationship Id="rId66" Type="http://schemas.openxmlformats.org/officeDocument/2006/relationships/slideLayout" Target="../slideLayouts/slideLayout77.xml"/><Relationship Id="rId65" Type="http://schemas.openxmlformats.org/officeDocument/2006/relationships/slideLayout" Target="../slideLayouts/slideLayout76.xml"/><Relationship Id="rId68" Type="http://schemas.openxmlformats.org/officeDocument/2006/relationships/slideLayout" Target="../slideLayouts/slideLayout79.xml"/><Relationship Id="rId67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71.xml"/><Relationship Id="rId69" Type="http://schemas.openxmlformats.org/officeDocument/2006/relationships/slideLayout" Target="../slideLayouts/slideLayout8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55" Type="http://schemas.openxmlformats.org/officeDocument/2006/relationships/slideLayout" Target="../slideLayouts/slideLayout66.xml"/><Relationship Id="rId54" Type="http://schemas.openxmlformats.org/officeDocument/2006/relationships/slideLayout" Target="../slideLayouts/slideLayout65.xml"/><Relationship Id="rId57" Type="http://schemas.openxmlformats.org/officeDocument/2006/relationships/slideLayout" Target="../slideLayouts/slideLayout68.xml"/><Relationship Id="rId56" Type="http://schemas.openxmlformats.org/officeDocument/2006/relationships/slideLayout" Target="../slideLayouts/slideLayout67.xml"/><Relationship Id="rId59" Type="http://schemas.openxmlformats.org/officeDocument/2006/relationships/slideLayout" Target="../slideLayouts/slideLayout70.xml"/><Relationship Id="rId58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pace Grotesk"/>
              <a:buNone/>
              <a:defRPr b="1" sz="2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anken Grotesk"/>
              <a:buNone/>
              <a:defRPr b="1" sz="2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anken Grotesk"/>
              <a:buNone/>
              <a:defRPr b="1" sz="2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anken Grotesk"/>
              <a:buNone/>
              <a:defRPr b="1" sz="2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anken Grotesk"/>
              <a:buNone/>
              <a:defRPr b="1" sz="2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anken Grotesk"/>
              <a:buNone/>
              <a:defRPr b="1" sz="2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anken Grotesk"/>
              <a:buNone/>
              <a:defRPr b="1" sz="2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anken Grotesk"/>
              <a:buNone/>
              <a:defRPr b="1" sz="2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anken Grotesk"/>
              <a:buNone/>
              <a:defRPr b="1" sz="2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66250" y="1377275"/>
            <a:ext cx="8011500" cy="3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ter Medium"/>
              <a:buChar char="●"/>
              <a:defRPr sz="11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ter Medium"/>
              <a:buChar char="○"/>
              <a:defRPr sz="11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ter Medium"/>
              <a:buChar char="■"/>
              <a:defRPr sz="11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ter Medium"/>
              <a:buChar char="●"/>
              <a:defRPr sz="11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ter Medium"/>
              <a:buChar char="○"/>
              <a:defRPr sz="11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ter Medium"/>
              <a:buChar char="■"/>
              <a:defRPr sz="11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ter Medium"/>
              <a:buChar char="●"/>
              <a:defRPr sz="11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ter Medium"/>
              <a:buChar char="○"/>
              <a:defRPr sz="11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Inter Medium"/>
              <a:buChar char="■"/>
              <a:defRPr sz="110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  <p:sldLayoutId id="2147483739" r:id="rId81"/>
    <p:sldLayoutId id="2147483740" r:id="rId82"/>
    <p:sldLayoutId id="2147483741" r:id="rId83"/>
    <p:sldLayoutId id="2147483742" r:id="rId84"/>
    <p:sldLayoutId id="2147483743" r:id="rId85"/>
    <p:sldLayoutId id="2147483744" r:id="rId86"/>
    <p:sldLayoutId id="2147483745" r:id="rId87"/>
    <p:sldLayoutId id="2147483746" r:id="rId88"/>
    <p:sldLayoutId id="2147483747" r:id="rId89"/>
    <p:sldLayoutId id="2147483748" r:id="rId90"/>
    <p:sldLayoutId id="2147483749" r:id="rId91"/>
    <p:sldLayoutId id="2147483750" r:id="rId92"/>
    <p:sldLayoutId id="2147483751" r:id="rId93"/>
    <p:sldLayoutId id="2147483752" r:id="rId94"/>
    <p:sldLayoutId id="2147483753" r:id="rId95"/>
    <p:sldLayoutId id="2147483754" r:id="rId96"/>
    <p:sldLayoutId id="2147483755" r:id="rId97"/>
    <p:sldLayoutId id="2147483756" r:id="rId98"/>
    <p:sldLayoutId id="2147483757" r:id="rId99"/>
    <p:sldLayoutId id="2147483758" r:id="rId100"/>
    <p:sldLayoutId id="2147483759" r:id="rId101"/>
    <p:sldLayoutId id="2147483760" r:id="rId102"/>
    <p:sldLayoutId id="2147483761" r:id="rId103"/>
    <p:sldLayoutId id="2147483762" r:id="rId104"/>
    <p:sldLayoutId id="2147483763" r:id="rId105"/>
    <p:sldLayoutId id="2147483764" r:id="rId106"/>
    <p:sldLayoutId id="2147483765" r:id="rId107"/>
    <p:sldLayoutId id="2147483766" r:id="rId108"/>
    <p:sldLayoutId id="2147483767" r:id="rId109"/>
    <p:sldLayoutId id="2147483768" r:id="rId110"/>
    <p:sldLayoutId id="2147483769" r:id="rId111"/>
    <p:sldLayoutId id="2147483770" r:id="rId112"/>
    <p:sldLayoutId id="2147483771" r:id="rId113"/>
    <p:sldLayoutId id="2147483772" r:id="rId114"/>
    <p:sldLayoutId id="2147483773" r:id="rId115"/>
    <p:sldLayoutId id="2147483774" r:id="rId116"/>
    <p:sldLayoutId id="2147483775" r:id="rId117"/>
    <p:sldLayoutId id="2147483776" r:id="rId118"/>
    <p:sldLayoutId id="2147483777" r:id="rId119"/>
    <p:sldLayoutId id="2147483778" r:id="rId120"/>
    <p:sldLayoutId id="2147483779" r:id="rId121"/>
    <p:sldLayoutId id="2147483780" r:id="rId122"/>
    <p:sldLayoutId id="2147483781" r:id="rId123"/>
    <p:sldLayoutId id="2147483782" r:id="rId124"/>
    <p:sldLayoutId id="2147483783" r:id="rId125"/>
    <p:sldLayoutId id="2147483784" r:id="rId1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57">
          <p15:clr>
            <a:srgbClr val="E46962"/>
          </p15:clr>
        </p15:guide>
        <p15:guide id="2" pos="5403">
          <p15:clr>
            <a:srgbClr val="E46962"/>
          </p15:clr>
        </p15:guide>
        <p15:guide id="3" orient="horz" pos="280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1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14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238"/>
            <a:ext cx="4166700" cy="3125025"/>
          </a:xfrm>
          <a:prstGeom prst="rect">
            <a:avLst/>
          </a:prstGeom>
        </p:spPr>
      </p:pic>
      <p:sp>
        <p:nvSpPr>
          <p:cNvPr id="1538" name="Google Shape;1538;p141"/>
          <p:cNvSpPr txBox="1"/>
          <p:nvPr>
            <p:ph type="title"/>
          </p:nvPr>
        </p:nvSpPr>
        <p:spPr>
          <a:xfrm>
            <a:off x="4651550" y="445025"/>
            <a:ext cx="40935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 a los modelos lingüísticos</a:t>
            </a:r>
            <a:endParaRPr/>
          </a:p>
        </p:txBody>
      </p:sp>
      <p:sp>
        <p:nvSpPr>
          <p:cNvPr id="1539" name="Google Shape;1539;p141"/>
          <p:cNvSpPr txBox="1"/>
          <p:nvPr>
            <p:ph idx="1" type="body"/>
          </p:nvPr>
        </p:nvSpPr>
        <p:spPr>
          <a:xfrm>
            <a:off x="4651550" y="10779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modelos lingüísticos, en particular ChatGPT, están transformando el funcionamiento de las empresas.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Utilizan algoritmos avanzados para comprender y generar texto similar al humano.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Los avances recientes han hecho que estos modelos sean más relevantes y efectivos en diversos contextos comerciales.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Comprender estos modelos es crucial para aprovechar su potencial en el mundo corporativo.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4" name="Google Shape;1544;p14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275" y="488400"/>
            <a:ext cx="4166700" cy="4166700"/>
          </a:xfrm>
          <a:prstGeom prst="rect">
            <a:avLst/>
          </a:prstGeom>
        </p:spPr>
      </p:pic>
      <p:sp>
        <p:nvSpPr>
          <p:cNvPr id="1545" name="Google Shape;1545;p142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es ChatGPT?</a:t>
            </a:r>
            <a:endParaRPr/>
          </a:p>
        </p:txBody>
      </p:sp>
      <p:sp>
        <p:nvSpPr>
          <p:cNvPr id="1546" name="Google Shape;1546;p142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 es un sofisticado modelo de lenguaje desarrollado por OpenAI.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Sobresale en la comprensión y generación de texto en lenguaje natural.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Las aplicaciones potenciales abarcan múltiples sectores, incluidos el servicio al cliente, el marketing y la creación de contenido.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ChatGPT representa un avance significativo en las capacidades de procesamiento del lenguaje natural.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1" name="Google Shape;1551;p14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275" y="1164794"/>
            <a:ext cx="4166700" cy="2813911"/>
          </a:xfrm>
          <a:prstGeom prst="rect">
            <a:avLst/>
          </a:prstGeom>
        </p:spPr>
      </p:pic>
      <p:sp>
        <p:nvSpPr>
          <p:cNvPr id="1552" name="Google Shape;1552;p143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Razones para usar ChatGPT en los negocios</a:t>
            </a:r>
            <a:endParaRPr/>
          </a:p>
        </p:txBody>
      </p:sp>
      <p:sp>
        <p:nvSpPr>
          <p:cNvPr id="1553" name="Google Shape;1553;p143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Eficiencia: Automatiza las tareas repetitivas, lo que permite a los empleados centrarse en actividades de mayor valor.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Productividad: Mejora el flujo de trabajo al proporcionar respuestas y soluciones instantáneas a las consultas.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Reducción de costos: Minimiza la necesidad de extensos equipos de atención al cliente al manejar las consultas de manera eficiente.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La implementación de ChatGPT puede conducir a mejoras operativas sustanciales.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8" name="Google Shape;1558;p14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8400"/>
            <a:ext cx="4166700" cy="4166700"/>
          </a:xfrm>
          <a:prstGeom prst="rect">
            <a:avLst/>
          </a:prstGeom>
        </p:spPr>
      </p:pic>
      <p:sp>
        <p:nvSpPr>
          <p:cNvPr id="1559" name="Google Shape;1559;p144"/>
          <p:cNvSpPr txBox="1"/>
          <p:nvPr>
            <p:ph type="title"/>
          </p:nvPr>
        </p:nvSpPr>
        <p:spPr>
          <a:xfrm>
            <a:off x="4651550" y="445025"/>
            <a:ext cx="40935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Acciones beneficiadas en el entorno empresarial</a:t>
            </a:r>
            <a:endParaRPr/>
          </a:p>
        </p:txBody>
      </p:sp>
      <p:sp>
        <p:nvSpPr>
          <p:cNvPr id="1560" name="Google Shape;1560;p144"/>
          <p:cNvSpPr txBox="1"/>
          <p:nvPr>
            <p:ph idx="1" type="body"/>
          </p:nvPr>
        </p:nvSpPr>
        <p:spPr>
          <a:xfrm>
            <a:off x="4651550" y="10779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Estas acciones demuestran la versatilidad de ChatGPT para mejorar los procesos empresariales.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Atención al cliente: ChatGPT puede manejar un gran volumen de consultas de clientes, proporcionando respuestas rápidas y precisas.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Análisis de datos: Ayuda a interpretar datos y generar informes, ahorrando tiempo a los analistas.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Creación de contenido: Ayuda a redactar materiales de marketing, artículos y publicaciones en redes sociales, agilizando los flujos de trabajo de contenido.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Google Shape;1565;p14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275" y="1035753"/>
            <a:ext cx="4166701" cy="3071995"/>
          </a:xfrm>
          <a:prstGeom prst="rect">
            <a:avLst/>
          </a:prstGeom>
        </p:spPr>
      </p:pic>
      <p:sp>
        <p:nvSpPr>
          <p:cNvPr id="1566" name="Google Shape;1566;p145"/>
          <p:cNvSpPr txBox="1"/>
          <p:nvPr>
            <p:ph type="title"/>
          </p:nvPr>
        </p:nvSpPr>
        <p:spPr>
          <a:xfrm>
            <a:off x="566250" y="445025"/>
            <a:ext cx="40935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Mejora de la operación comercial</a:t>
            </a:r>
            <a:endParaRPr/>
          </a:p>
        </p:txBody>
      </p:sp>
      <p:sp>
        <p:nvSpPr>
          <p:cNvPr id="1567" name="Google Shape;1567;p145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integración de ChatGPT en las operaciones comerciales puede generar mejoras significativas: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Mayor eficiencia: Los tiempos de respuesta rápidos reducen los períodos de espera para clientes y empleados.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Ahorro de costos: La automatización de tareas reduce los costos operativos y reasigna los recursos de manera efectiva.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Mayor satisfacción del cliente: Las respuestas rápidas y precisas conducen a mejores experiencias del cliente.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2" name="Google Shape;1572;p14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94" y="0"/>
            <a:ext cx="3414713" cy="5143500"/>
          </a:xfrm>
          <a:prstGeom prst="rect">
            <a:avLst/>
          </a:prstGeom>
        </p:spPr>
      </p:pic>
      <p:sp>
        <p:nvSpPr>
          <p:cNvPr id="1573" name="Google Shape;1573;p146"/>
          <p:cNvSpPr txBox="1"/>
          <p:nvPr>
            <p:ph type="title"/>
          </p:nvPr>
        </p:nvSpPr>
        <p:spPr>
          <a:xfrm>
            <a:off x="4651550" y="445025"/>
            <a:ext cx="40935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finales y reflexiones</a:t>
            </a:r>
            <a:endParaRPr/>
          </a:p>
        </p:txBody>
      </p:sp>
      <p:sp>
        <p:nvSpPr>
          <p:cNvPr id="1574" name="Google Shape;1574;p146"/>
          <p:cNvSpPr txBox="1"/>
          <p:nvPr>
            <p:ph idx="1" type="body"/>
          </p:nvPr>
        </p:nvSpPr>
        <p:spPr>
          <a:xfrm>
            <a:off x="4651550" y="1077925"/>
            <a:ext cx="3986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conclusión, ChatGPT tiene un profundo impacto en el panorama empresarial: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 adopción de tecnologías avanzadas es esencial para mantener la competitividad.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Aprovechar ChatGPT puede mejorar la eficiencia, la productividad y la satisfacción del cliente.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Adoptar este tipo de innovaciones es vital para las empresas que pretenden prosperar en un mercado en rápida evolución.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AI Simple">
  <a:themeElements>
    <a:clrScheme name="Simple Light">
      <a:dk1>
        <a:srgbClr val="0F2B36"/>
      </a:dk1>
      <a:lt1>
        <a:srgbClr val="FFFFFF"/>
      </a:lt1>
      <a:dk2>
        <a:srgbClr val="134D57"/>
      </a:dk2>
      <a:lt2>
        <a:srgbClr val="EFEFEF"/>
      </a:lt2>
      <a:accent1>
        <a:srgbClr val="F9744D"/>
      </a:accent1>
      <a:accent2>
        <a:srgbClr val="E1F0C4"/>
      </a:accent2>
      <a:accent3>
        <a:srgbClr val="6BAB90"/>
      </a:accent3>
      <a:accent4>
        <a:srgbClr val="A4CCBB"/>
      </a:accent4>
      <a:accent5>
        <a:srgbClr val="3EABCA"/>
      </a:accent5>
      <a:accent6>
        <a:srgbClr val="C3455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